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e53bcd558742af" /><Relationship Type="http://schemas.openxmlformats.org/officeDocument/2006/relationships/extended-properties" Target="/docProps/app.xml" Id="R717193628f524165" /><Relationship Type="http://schemas.openxmlformats.org/officeDocument/2006/relationships/officeDocument" Target="/ppt/presentation.xml" Id="R1e695fd943c14b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f5363b1ded4f35"/>
  </p:sldMasterIdLst>
  <p:notesMasterIdLst>
    <p:notesMasterId xmlns:r="http://schemas.openxmlformats.org/officeDocument/2006/relationships" r:id="R0414dcff3e3e4364"/>
  </p:notesMasterIdLst>
  <p:sldIdLst>
    <p:sldId xmlns:r="http://schemas.openxmlformats.org/officeDocument/2006/relationships" id="256" r:id="Rc852aecade334934"/>
    <p:sldId xmlns:r="http://schemas.openxmlformats.org/officeDocument/2006/relationships" id="257" r:id="R440b0fed4f454978"/>
    <p:sldId xmlns:r="http://schemas.openxmlformats.org/officeDocument/2006/relationships" id="258" r:id="Rf2879c5e939e48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fce47c82094ed4" /><Relationship Type="http://schemas.openxmlformats.org/officeDocument/2006/relationships/slideMaster" Target="/ppt/slideMasters/slideMaster1.xml" Id="R4df5363b1ded4f35" /><Relationship Type="http://schemas.openxmlformats.org/officeDocument/2006/relationships/notesMaster" Target="/ppt/notesMasters/notesMaster1.xml" Id="R0414dcff3e3e4364" /><Relationship Type="http://schemas.openxmlformats.org/officeDocument/2006/relationships/presProps" Target="/ppt/presProps.xml" Id="R1665f99100db4930" /><Relationship Type="http://schemas.openxmlformats.org/officeDocument/2006/relationships/tableStyles" Target="/ppt/tableStyles.xml" Id="Rb18fd24d3fe84152" /><Relationship Type="http://schemas.openxmlformats.org/officeDocument/2006/relationships/slide" Target="/ppt/slides/slide1.xml" Id="Rc852aecade334934" /><Relationship Type="http://schemas.openxmlformats.org/officeDocument/2006/relationships/slide" Target="/ppt/slides/slide2.xml" Id="R440b0fed4f454978" /><Relationship Type="http://schemas.openxmlformats.org/officeDocument/2006/relationships/slide" Target="/ppt/slides/slide3.xml" Id="Rf2879c5e939e48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2520762fbc44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de919f51874723" /><Relationship Type="http://schemas.openxmlformats.org/officeDocument/2006/relationships/notesMaster" Target="/ppt/notesMasters/notesMaster1.xml" Id="R5d681dbcac1444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540e73f03f4fa5" /><Relationship Type="http://schemas.openxmlformats.org/officeDocument/2006/relationships/notesMaster" Target="/ppt/notesMasters/notesMaster1.xml" Id="R8256630fd9c548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1dd5a879dd4463" /><Relationship Type="http://schemas.openxmlformats.org/officeDocument/2006/relationships/notesMaster" Target="/ppt/notesMasters/notesMaster1.xml" Id="R2252a25ebf264b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이미지 출처: C:/Users/User/Documents/codex-gpt/창작 기획/01_조사/반쵸 더 쉐프/10.PNG. 공개 트레일러 캡처. 원본 URL과 타임스탬프는 확인되지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사진 출처: 사용자 제공 사진 D:\OneDrive\OneDrive\사진\Camera imports\2026-09-07\20230223_120153.jpg; D:\OneDrive\OneDrive\사진\Camera imports\2026-09-07\20220920_154506.jpg; D:\OneDrive\OneDrive\사진\Camera imports\2026-09-07\20230707_084601.jpg.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자르기 규칙은 개인 설계입니다. 화면은 C:/Users/User/Documents/Portfolio/assets/prototypes/bancho-reciprocal-cut-prototype.html에서 캡처했습니다. 시제품 코드는 수정하지 않았으며, 본문에 기재한 규칙의 실제 기능 검증은 이번 작업에서 수행하지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0eeee90054b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5a7c7fd20c40ae" /><Relationship Type="http://schemas.openxmlformats.org/officeDocument/2006/relationships/slideLayout" Target="/ppt/slideLayouts/slideLayout1.xml" Id="R89853efa2a1243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853efa2a1243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1712329094409" /><Relationship Type="http://schemas.openxmlformats.org/officeDocument/2006/relationships/image" Target="/ppt/media/image.png" Id="R384f256fc8f344c4" /><Relationship Type="http://schemas.openxmlformats.org/officeDocument/2006/relationships/notesSlide" Target="/ppt/notesSlides/notesSlide1.xml" Id="R82f02fee209246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61593be554d0f" /><Relationship Type="http://schemas.openxmlformats.org/officeDocument/2006/relationships/image" Target="/ppt/media/image.jpeg" Id="R33a9dd3bfec84b51" /><Relationship Type="http://schemas.openxmlformats.org/officeDocument/2006/relationships/image" Target="/ppt/media/image2.jpeg" Id="Rf8f88172b16c4046" /><Relationship Type="http://schemas.openxmlformats.org/officeDocument/2006/relationships/image" Target="/ppt/media/image3.jpeg" Id="R9dcc57adbae34cc1" /><Relationship Type="http://schemas.openxmlformats.org/officeDocument/2006/relationships/notesSlide" Target="/ppt/notesSlides/notesSlide2.xml" Id="R12e9a46b79d949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79c2d22734c9b" /><Relationship Type="http://schemas.openxmlformats.org/officeDocument/2006/relationships/image" Target="/ppt/media/image2.png" Id="Rab3e9a57c1104180" /><Relationship Type="http://schemas.openxmlformats.org/officeDocument/2006/relationships/notesSlide" Target="/ppt/notesSlides/notesSlide3.xml" Id="Rf225b82e416d4c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f256fc8f344c4"/>
          <a:srcRect xmlns:a="http://schemas.openxmlformats.org/drawingml/2006/main" l="0" t="16951" r="0" b="169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4572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BC83B45-CEE1-4E05-81DF-764976A0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655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반쵸 더 셰프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돈테키 조리 시스템 제안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84848-56F3-41BA-B838-28CE5BDD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655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게임 기획 포트폴리오 / 이동현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3627B-1581-45F5-95E2-3424F648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365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고기를 자르고 굽는 두 공정의 조작과 판정을 설계했습니다.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4CE96-095F-4E67-9E49-3E153612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8102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공개 자료를 분석한 개인 제안입니다.</a:t>
            </a:r>
          </a:p>
        </p:txBody>
      </p:sp>
      <p:sp>
        <p:nvSpPr>
          <p:cNvPr id="6" name="trailer-caption-bg">
            <a:extLst xmlns:a="http://schemas.openxmlformats.org/drawingml/2006/main">
              <a:ext uri="{FF2B5EF4-FFF2-40B4-BE49-F238E27FC236}">
                <a16:creationId xmlns:a16="http://schemas.microsoft.com/office/drawing/2014/main" id="{908CFBB5-C2CE-4286-ADD2-87242D33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52400"/>
            <a:ext cx="95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D99AA-12C2-4DA8-89B0-28331D60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809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트레일러 화면</a:t>
            </a:r>
          </a:p>
        </p:txBody>
      </p:sp>
    </p:spTree>
    <p:extLst>
      <p:ext uri="{BB962C8B-B14F-4D97-AF65-F5344CB8AC3E}">
        <p14:creationId xmlns:p14="http://schemas.microsoft.com/office/powerpoint/2010/main" val="2074736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xperience-title">
            <a:extLst xmlns:a="http://schemas.openxmlformats.org/drawingml/2006/main">
              <a:ext uri="{FF2B5EF4-FFF2-40B4-BE49-F238E27FC236}">
                <a16:creationId xmlns:a16="http://schemas.microsoft.com/office/drawing/2014/main" id="{FA464587-3E06-4F52-A7E6-459F349E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63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2363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취사병이 되기 전부터 요리를 즐겼습니다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102BA-B563-4841-AE47-39A91EE2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5334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대학 시절에는 요리 영상을 보며 부타동과 비프 부르기뇽,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파이와 쿠키를 만들었습니다.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식극의 소마에 나온 사과 리조또를 따라 만들어 보기도 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68301-DA2C-4851-B811-74DE82A3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81100"/>
            <a:ext cx="5486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반쵸에서는 직접 요리해 본 경험을 조작에 담고 싶었습니다.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다만 여러 주문을 처리하는 흐름을 고려해,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돈테키를 자르고 굽는 두 공정에 집중했습니다.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9dd3bfec84b51"/>
          <a:srcRect xmlns:a="http://schemas.openxmlformats.org/drawingml/2006/main" l="0" t="16129" r="0" b="161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667000"/>
            <a:ext cx="4724400" cy="32004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88172b16c4046"/>
          <a:srcRect xmlns:a="http://schemas.openxmlformats.org/drawingml/2006/main" l="4167" t="0" r="41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2667000"/>
            <a:ext cx="2933700" cy="32004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c57adbae34cc1"/>
          <a:srcRect xmlns:a="http://schemas.openxmlformats.org/drawingml/2006/main" l="4167" t="0" r="41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48700" y="2667000"/>
            <a:ext cx="2933700" cy="3200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20C9B-C846-42F3-B430-8D1A6D99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직접 만든 후쿠오카 부타동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270B8-665F-4F34-BDE0-1725DE75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0198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애플파이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D13CD-C726-4B68-BA0A-34BB56E7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0198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쿠키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3329E-AFF6-40AB-B7EC-E45306B9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학부 시절 직접 만든 요리</a:t>
            </a:r>
          </a:p>
        </p:txBody>
      </p:sp>
    </p:spTree>
    <p:extLst>
      <p:ext uri="{BB962C8B-B14F-4D97-AF65-F5344CB8AC3E}">
        <p14:creationId xmlns:p14="http://schemas.microsoft.com/office/powerpoint/2010/main" val="1091206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utting-title">
            <a:extLst xmlns:a="http://schemas.openxmlformats.org/drawingml/2006/main">
              <a:ext uri="{FF2B5EF4-FFF2-40B4-BE49-F238E27FC236}">
                <a16:creationId xmlns:a16="http://schemas.microsoft.com/office/drawing/2014/main" id="{9AD5B36C-ECB9-485A-A95C-8CD45F01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한 번 썰고 나면 버튼을 놓을 수 있게 했습니다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e9a57c1104180"/>
          <a:stretch xmlns:a="http://schemas.openxmlformats.org/drawingml/2006/main"/>
        </p:blipFill>
        <p:spPr>
          <a:xfrm xmlns:a="http://schemas.openxmlformats.org/drawingml/2006/main">
            <a:off x="689385" y="1143000"/>
            <a:ext cx="5441129" cy="3581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183DB-E57F-4686-96B6-CBE23641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600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개인 설계로 만든 자르기 HTML 시제품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DB2E5-72C7-400D-A556-E3C45597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257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한 번의 절단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FBCB3-30C4-45A3-A12D-25F533FE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573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왼쪽 버튼을 누른 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위아래로 왕복 1회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E029D-12BD-4D78-B4E9-A33E5246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383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 자른 뒤 버튼을 놓아도 되고, 계속 누른 채 다음 절단을 이어가도 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2D863-0D29-4471-8E4C-667B7B9C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3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세로 절단 3회로 고기 4조각 완성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9DE69-138B-4666-A894-B8834E90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81375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너무 짧은 움직임은 무시합니다.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잘못된 방향은 절단으로 세지 않고 10점을 차감합니다.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30점에서 시작하며, 0점이면 새 고기로 다시 시작합니다.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FBFC9-5128-42ED-9D7B-5812743B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495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점수와 절단 횟수는 시제품의 임시값입니다.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56D85-50E0-4CC0-9067-58C4ADDD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직접 조작하며 발견한 불편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47190-DA83-49C8-A607-D831D01F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버튼을 오래 누르고 있으니 불편했습니다. 한 번의 절단마다 입력을 끝낼 수 있도록 판정 단위를 줄였습니다.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F0854-590B-484B-AE7D-058B3705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57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수정 후 확인한 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48B766-9F4D-49CB-A068-6A38B75A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197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직접 조작했을 때는 이전보다 편했습니다. 여러 주문에서 반복할 때의 피로감은 더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455401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2026-09-27T08:38:32.6300000Z</dcterms:created>
  <dcterms:modified xsi:type="dcterms:W3CDTF">2026-09-27T08:38:32.6300000Z</dcterms:modified>
</coreProperties>
</file>