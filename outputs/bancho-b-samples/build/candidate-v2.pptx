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3b2e7e773c4011" /><Relationship Type="http://schemas.openxmlformats.org/officeDocument/2006/relationships/extended-properties" Target="/docProps/app.xml" Id="R05bc1386fba5490b" /><Relationship Type="http://schemas.openxmlformats.org/officeDocument/2006/relationships/officeDocument" Target="/ppt/presentation.xml" Id="R17187a500a3f4e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774caa4aab44ff"/>
  </p:sldMasterIdLst>
  <p:notesMasterIdLst>
    <p:notesMasterId xmlns:r="http://schemas.openxmlformats.org/officeDocument/2006/relationships" r:id="R283aaf7bba554436"/>
  </p:notesMasterIdLst>
  <p:sldIdLst>
    <p:sldId xmlns:r="http://schemas.openxmlformats.org/officeDocument/2006/relationships" id="256" r:id="R50bfe0d32629465a"/>
    <p:sldId xmlns:r="http://schemas.openxmlformats.org/officeDocument/2006/relationships" id="257" r:id="Rd96890d523784266"/>
    <p:sldId xmlns:r="http://schemas.openxmlformats.org/officeDocument/2006/relationships" id="258" r:id="R8abb525f1baa4b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2b053b2cba4ada" /><Relationship Type="http://schemas.openxmlformats.org/officeDocument/2006/relationships/slideMaster" Target="/ppt/slideMasters/slideMaster1.xml" Id="R44774caa4aab44ff" /><Relationship Type="http://schemas.openxmlformats.org/officeDocument/2006/relationships/notesMaster" Target="/ppt/notesMasters/notesMaster1.xml" Id="R283aaf7bba554436" /><Relationship Type="http://schemas.openxmlformats.org/officeDocument/2006/relationships/presProps" Target="/ppt/presProps.xml" Id="Rcad99e0b1c40493b" /><Relationship Type="http://schemas.openxmlformats.org/officeDocument/2006/relationships/tableStyles" Target="/ppt/tableStyles.xml" Id="Rcd0ab89438eb4e2a" /><Relationship Type="http://schemas.openxmlformats.org/officeDocument/2006/relationships/slide" Target="/ppt/slides/slide1.xml" Id="R50bfe0d32629465a" /><Relationship Type="http://schemas.openxmlformats.org/officeDocument/2006/relationships/slide" Target="/ppt/slides/slide2.xml" Id="Rd96890d523784266" /><Relationship Type="http://schemas.openxmlformats.org/officeDocument/2006/relationships/slide" Target="/ppt/slides/slide3.xml" Id="R8abb525f1baa4b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20d50351384d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5964addc5e4f1f" /><Relationship Type="http://schemas.openxmlformats.org/officeDocument/2006/relationships/notesMaster" Target="/ppt/notesMasters/notesMaster1.xml" Id="Rc39200553bc242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1095123e2c448d" /><Relationship Type="http://schemas.openxmlformats.org/officeDocument/2006/relationships/notesMaster" Target="/ppt/notesMasters/notesMaster1.xml" Id="Rad45ab12bec94a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b50d33a68e41b0" /><Relationship Type="http://schemas.openxmlformats.org/officeDocument/2006/relationships/notesMaster" Target="/ppt/notesMasters/notesMaster1.xml" Id="R07d0a1b4b1ba4c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이미지 출처: C:/Users/User/Documents/codex-gpt/창작 기획/01_조사/반쵸 더 쉐프/10.PNG. 공개 트레일러 캡처. 원본 URL과 타임스탬프는 확인되지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사진 출처: 사용자 제공 사진 D:\OneDrive\OneDrive\사진\Camera imports\2026-09-07\20230223_120153.jpg; D:\OneDrive\OneDrive\사진\Camera imports\2026-09-07\20220920_154506.jpg; D:\OneDrive\OneDrive\사진\Camera imports\2026-09-07\20230707_084601.jpg.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자르기 규칙은 개인 설계입니다. 화면은 C:/Users/User/Documents/Portfolio/assets/prototypes/bancho-reciprocal-cut-prototype.html에서 캡처했습니다. 시제품 코드는 수정하지 않았으며, 본문에 기재한 규칙의 실제 기능 검증은 이번 작업에서 수행하지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63d6078e849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0a553a64f04c97" /><Relationship Type="http://schemas.openxmlformats.org/officeDocument/2006/relationships/slideLayout" Target="/ppt/slideLayouts/slideLayout1.xml" Id="R8282fb72d7664c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82fb72d7664c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8954140ce4d62" /><Relationship Type="http://schemas.openxmlformats.org/officeDocument/2006/relationships/image" Target="/ppt/media/image.png" Id="R14cafa3e306a42af" /><Relationship Type="http://schemas.openxmlformats.org/officeDocument/2006/relationships/notesSlide" Target="/ppt/notesSlides/notesSlide1.xml" Id="Rb0a39d69126f45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7450a91544c82" /><Relationship Type="http://schemas.openxmlformats.org/officeDocument/2006/relationships/image" Target="/ppt/media/image.jpeg" Id="Rf53772f555a74437" /><Relationship Type="http://schemas.openxmlformats.org/officeDocument/2006/relationships/image" Target="/ppt/media/image2.jpeg" Id="Rd9ac6058ab664955" /><Relationship Type="http://schemas.openxmlformats.org/officeDocument/2006/relationships/image" Target="/ppt/media/image3.jpeg" Id="Rcc20666893064136" /><Relationship Type="http://schemas.openxmlformats.org/officeDocument/2006/relationships/notesSlide" Target="/ppt/notesSlides/notesSlide2.xml" Id="R04a1721e1bef42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4ccc616ee4355" /><Relationship Type="http://schemas.openxmlformats.org/officeDocument/2006/relationships/image" Target="/ppt/media/image2.png" Id="Raa8ff406764a402a" /><Relationship Type="http://schemas.openxmlformats.org/officeDocument/2006/relationships/notesSlide" Target="/ppt/notesSlides/notesSlide3.xml" Id="R5aa0d13930064e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afa3e306a42af"/>
          <a:srcRect xmlns:a="http://schemas.openxmlformats.org/drawingml/2006/main" l="0" t="16951" r="0" b="169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4572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F5A37C3-53C7-45D9-BFA8-2F975231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655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반쵸 더 셰프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돈테키 조리 시스템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AE05A-FB71-45E2-9036-9A78B99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655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게임 기획 포트폴리오 / 이동현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75762-11D0-4B6B-857D-D41916F5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65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고기를 자르고 굽는 두 공정의 조작과 판정을 설계했습니다.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67A99-EB69-4D62-AD82-29692313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102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공개 자료를 분석한 개인 제안입니다.</a:t>
            </a:r>
          </a:p>
        </p:txBody>
      </p:sp>
      <p:sp>
        <p:nvSpPr>
          <p:cNvPr id="6" name="trailer-caption-bg">
            <a:extLst xmlns:a="http://schemas.openxmlformats.org/drawingml/2006/main">
              <a:ext uri="{FF2B5EF4-FFF2-40B4-BE49-F238E27FC236}">
                <a16:creationId xmlns:a16="http://schemas.microsoft.com/office/drawing/2014/main" id="{05A1A6A3-F03C-491C-A95C-9A006002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219575"/>
            <a:ext cx="952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8FAEE-69B4-4519-AB8D-4E79AF19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48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트레일러 화면</a:t>
            </a:r>
          </a:p>
        </p:txBody>
      </p:sp>
    </p:spTree>
    <p:extLst>
      <p:ext uri="{BB962C8B-B14F-4D97-AF65-F5344CB8AC3E}">
        <p14:creationId xmlns:p14="http://schemas.microsoft.com/office/powerpoint/2010/main" val="16588223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xperience-title">
            <a:extLst xmlns:a="http://schemas.openxmlformats.org/drawingml/2006/main">
              <a:ext uri="{FF2B5EF4-FFF2-40B4-BE49-F238E27FC236}">
                <a16:creationId xmlns:a16="http://schemas.microsoft.com/office/drawing/2014/main" id="{3D653BD3-9245-4358-B48D-644D5D59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취사병이 되기 전부터 요리를 즐겼습니다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AE891-BDF6-4551-BFC3-2CD4E3F1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14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대학 시절에는 요리 영상을 보며 부타동과 비프 부르기뇽, 파이와 쿠키를 만들었습니다.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식극의 소마에 나온 사과 리조또를 따라 만들어 보기도 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3F3EF-B2CC-4C35-893F-9AF5EBC1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81100"/>
            <a:ext cx="5486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반쵸에서는 직접 요리해 본 경험을 조작에 담고 싶었습니다. 다만 여러 주문을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처리하는 흐름을 고려해, 돈테키를 자르고 굽는 두 공정에 집중했습니다.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3772f555a74437"/>
          <a:srcRect xmlns:a="http://schemas.openxmlformats.org/drawingml/2006/main" l="0" t="23790" r="0" b="23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429000"/>
            <a:ext cx="4724400" cy="24765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c6058ab664955"/>
          <a:srcRect xmlns:a="http://schemas.openxmlformats.org/drawingml/2006/main" l="0" t="7792" r="0" b="7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3429000"/>
            <a:ext cx="2933700" cy="24765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0666893064136"/>
          <a:srcRect xmlns:a="http://schemas.openxmlformats.org/drawingml/2006/main" l="0" t="7792" r="0" b="7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48700" y="3429000"/>
            <a:ext cx="29337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17860-5345-466F-86D8-2040DCD5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직접 만든 후쿠오카 부타동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AFD08-9988-43FF-931E-ADC1CA24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817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애플파이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C6DC3-C806-45A4-9BEF-99247592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9817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쿠키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AD370-9AB5-42C3-832C-6FE08860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학부 시절 직접 만든 요리</a:t>
            </a:r>
          </a:p>
        </p:txBody>
      </p:sp>
    </p:spTree>
    <p:extLst>
      <p:ext uri="{BB962C8B-B14F-4D97-AF65-F5344CB8AC3E}">
        <p14:creationId xmlns:p14="http://schemas.microsoft.com/office/powerpoint/2010/main" val="1286109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utting-title">
            <a:extLst xmlns:a="http://schemas.openxmlformats.org/drawingml/2006/main">
              <a:ext uri="{FF2B5EF4-FFF2-40B4-BE49-F238E27FC236}">
                <a16:creationId xmlns:a16="http://schemas.microsoft.com/office/drawing/2014/main" id="{60308129-B93E-4143-97B0-4B207808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한 번 썰고 나면 버튼을 놓을 수 있게 했습니다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ff406764a402a"/>
          <a:stretch xmlns:a="http://schemas.openxmlformats.org/drawingml/2006/main"/>
        </p:blipFill>
        <p:spPr>
          <a:xfrm xmlns:a="http://schemas.openxmlformats.org/drawingml/2006/main">
            <a:off x="689385" y="1143000"/>
            <a:ext cx="5441129" cy="3581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40E82-EA2F-4B5D-BCBE-6A3BDAB1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600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자르기 HTML 시제품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39AE3-7E62-49CD-8018-3700C96A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한 번의 절단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4068B-0177-428A-94A2-F37B50BD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57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왼쪽 버튼을 누른 채 위아래로 왕복 1회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AD101-56BD-4A15-A740-8BEDD92E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38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 자른 뒤 버튼을 놓아도 되고, 계속 누른 채 다음 절단을 이어가도 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23968-37A2-4DA0-A162-FB446A42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3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세로 절단 3회로 고기 4조각 완성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5E4E4-6258-4D03-A7E4-951E205D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81375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너무 짧은 움직임은 무시합니다.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잘못된 방향은 절단으로 세지 않고 10점을 차감합니다.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30점에서 시작하며, 0점이면 새 고기로 다시 시작합니다.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13652-75C5-462A-B4DD-65A2DD2D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점수와 절단 횟수는 시제품의 임시값입니다.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C8BB0-5BC4-42A5-9845-353B74AF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조작하며 발견한 불편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7B925-01DD-4CB4-95D4-EB100BEE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버튼을 오래 누르고 있으니 불편했습니다. 한 번의 절단마다 입력을 끝낼 수 있도록 판정 단위를 줄였습니다.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BF7F1-C366-4B9B-A3CE-534DB69A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수정 후 확인한 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3ABD1-BAE6-421E-A477-DA3E5102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197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직접 조작했을 때는 이전보다 편했습니다. 여러 주문에서 반복할 때의 피로감은 더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898736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2026-09-27T08:34:57.5960000Z</dcterms:created>
  <dcterms:modified xsi:type="dcterms:W3CDTF">2026-09-27T08:34:57.5960000Z</dcterms:modified>
</coreProperties>
</file>