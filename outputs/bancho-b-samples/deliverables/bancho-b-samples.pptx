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405c663bad54c67" /><Relationship Type="http://schemas.openxmlformats.org/officeDocument/2006/relationships/extended-properties" Target="/docProps/app.xml" Id="Re58b4b0996924090" /><Relationship Type="http://schemas.openxmlformats.org/officeDocument/2006/relationships/officeDocument" Target="/ppt/presentation.xml" Id="Rb78f2532b1904b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3d04aa222346cc"/>
  </p:sldMasterIdLst>
  <p:notesMasterIdLst>
    <p:notesMasterId xmlns:r="http://schemas.openxmlformats.org/officeDocument/2006/relationships" r:id="Rb9c5301eae0a41a9"/>
  </p:notesMasterIdLst>
  <p:sldIdLst>
    <p:sldId xmlns:r="http://schemas.openxmlformats.org/officeDocument/2006/relationships" id="256" r:id="R2ab5ec595dcf4db4"/>
    <p:sldId xmlns:r="http://schemas.openxmlformats.org/officeDocument/2006/relationships" id="257" r:id="R6befa214b00542ee"/>
    <p:sldId xmlns:r="http://schemas.openxmlformats.org/officeDocument/2006/relationships" id="258" r:id="Rbc6ff9bdb7d740c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65387ea7244a4e" /><Relationship Type="http://schemas.openxmlformats.org/officeDocument/2006/relationships/slideMaster" Target="/ppt/slideMasters/slideMaster1.xml" Id="Rb43d04aa222346cc" /><Relationship Type="http://schemas.openxmlformats.org/officeDocument/2006/relationships/notesMaster" Target="/ppt/notesMasters/notesMaster1.xml" Id="Rb9c5301eae0a41a9" /><Relationship Type="http://schemas.openxmlformats.org/officeDocument/2006/relationships/presProps" Target="/ppt/presProps.xml" Id="R9d082192576b400f" /><Relationship Type="http://schemas.openxmlformats.org/officeDocument/2006/relationships/tableStyles" Target="/ppt/tableStyles.xml" Id="Rcabe4c6eac5d4514" /><Relationship Type="http://schemas.openxmlformats.org/officeDocument/2006/relationships/slide" Target="/ppt/slides/slide1.xml" Id="R2ab5ec595dcf4db4" /><Relationship Type="http://schemas.openxmlformats.org/officeDocument/2006/relationships/slide" Target="/ppt/slides/slide2.xml" Id="R6befa214b00542ee" /><Relationship Type="http://schemas.openxmlformats.org/officeDocument/2006/relationships/slide" Target="/ppt/slides/slide3.xml" Id="Rbc6ff9bdb7d740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4e1ae3aabd746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bff2fe0cf74bdf" /><Relationship Type="http://schemas.openxmlformats.org/officeDocument/2006/relationships/notesMaster" Target="/ppt/notesMasters/notesMaster1.xml" Id="R1c60208dc6364f9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d79146cdee4598" /><Relationship Type="http://schemas.openxmlformats.org/officeDocument/2006/relationships/notesMaster" Target="/ppt/notesMasters/notesMaster1.xml" Id="R1624ca21811546b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7a8ea9aef049b8" /><Relationship Type="http://schemas.openxmlformats.org/officeDocument/2006/relationships/notesMaster" Target="/ppt/notesMasters/notesMaster1.xml" Id="R4349b06773874d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트레일러 캡처: C:/Users/User/Documents/codex-gpt/창작 기획/01_조사/반쵸 더 쉐프/10.PNG. 사용자가 제공한 장면이며 원본 URL과 시점은 미확보.</a:t>
            </a:r>
          </a:p>
          <a:p xmlns:a="http://schemas.openxmlformats.org/drawingml/2006/main">
            <a:r>
              <a:t>개인 시제품: C:/Users/User/Documents/Portfolio/assets/prototypes/bancho-reciprocal-cut-prototype.html. 이 파일에서 직접 캡처한 초기 화면. 두 자료는 서로 다른 출처이며 원작 화면을 개인 제작물로 표시하지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사용자 제공 사진: D:\OneDrive\OneDrive\사진\Camera imports\2026-09-07\20200915_160914.jpg; D:\OneDrive\OneDrive\사진\Camera imports\2026-09-07\20200915_174325.jpg; D:\OneDrive\OneDrive\사진\Camera imports\2026-09-07\20230707_084601.jpg. 슬라이드 캡션은 학부 시절 직접 만든 요리 일부. 사진은 개인 경험 사례이며 통계나 전문성의 증거가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규칙 출처: 사용자 확정 원고. 세로 방향 왕복 1회가 절단 1회이며, 절단 사이 해제와 연속 홀드를 모두 허용. 세 번의 세로 절단으로 네 조각. 가로 방향은 횟수 불포함, -10점. 시작 30점, 0점에서 재료 교체 후 재시작. 수치는 임시 밸런스 값. 시제품 파일: C:/Users/User/Documents/Portfolio/assets/prototypes/bancho-reciprocal-cut-prototype.html. 이번 작업에서 시제품 코드는 수정하지 않았음.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4351e45ef248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622463037b24ee2" /><Relationship Type="http://schemas.openxmlformats.org/officeDocument/2006/relationships/slideLayout" Target="/ppt/slideLayouts/slideLayout1.xml" Id="R66376d658ff144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6376d658ff144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c2a8dadf14e3c" /><Relationship Type="http://schemas.openxmlformats.org/officeDocument/2006/relationships/image" Target="/ppt/media/image.png" Id="R637744f3b3f5487d" /><Relationship Type="http://schemas.openxmlformats.org/officeDocument/2006/relationships/image" Target="/ppt/media/image2.png" Id="R63a70981f18d416c" /><Relationship Type="http://schemas.openxmlformats.org/officeDocument/2006/relationships/notesSlide" Target="/ppt/notesSlides/notesSlide1.xml" Id="R387d3ddf023449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a2750fd2344a0" /><Relationship Type="http://schemas.openxmlformats.org/officeDocument/2006/relationships/image" Target="/ppt/media/image.jpeg" Id="R060d667f9b84483b" /><Relationship Type="http://schemas.openxmlformats.org/officeDocument/2006/relationships/image" Target="/ppt/media/image2.jpeg" Id="R90ca4e46cacd49d2" /><Relationship Type="http://schemas.openxmlformats.org/officeDocument/2006/relationships/image" Target="/ppt/media/image3.jpeg" Id="R9e52614a09634fd7" /><Relationship Type="http://schemas.openxmlformats.org/officeDocument/2006/relationships/notesSlide" Target="/ppt/notesSlides/notesSlide2.xml" Id="R42d21a41fc4c47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ac7c682ae4e6f" /><Relationship Type="http://schemas.openxmlformats.org/officeDocument/2006/relationships/image" Target="/ppt/media/image3.png" Id="R987cde8416dc4fc7" /><Relationship Type="http://schemas.openxmlformats.org/officeDocument/2006/relationships/notesSlide" Target="/ppt/notesSlides/notesSlide3.xml" Id="R0f512f8ad10f44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over-title-line-1">
            <a:extLst xmlns:a="http://schemas.openxmlformats.org/drawingml/2006/main">
              <a:ext uri="{FF2B5EF4-FFF2-40B4-BE49-F238E27FC236}">
                <a16:creationId xmlns:a16="http://schemas.microsoft.com/office/drawing/2014/main" id="{E0190C47-E3F4-42CF-98C3-C79D370E9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67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3675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반쵸 더 셰프:</a:t>
            </a:r>
          </a:p>
        </p:txBody>
      </p:sp>
      <p:sp>
        <p:nvSpPr>
          <p:cNvPr id="2" name="cover-title-line-2">
            <a:extLst xmlns:a="http://schemas.openxmlformats.org/drawingml/2006/main">
              <a:ext uri="{FF2B5EF4-FFF2-40B4-BE49-F238E27FC236}">
                <a16:creationId xmlns:a16="http://schemas.microsoft.com/office/drawing/2014/main" id="{FFF557E9-ECC5-4A0E-A528-3B6E4F73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485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37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3375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돈테키 조리 시스템 제안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883B8-C88A-4CFC-8041-4BAD785BA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781300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39A3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B4109A-DA71-4FEA-8B7D-CF9F20F5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57525"/>
            <a:ext cx="4572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공개 자료를 바탕으로 조작 규칙을 설계하고</a:t>
            </a:r>
          </a:p>
          <a:p xmlns:a="http://schemas.openxmlformats.org/drawingml/2006/main">
            <a:pPr algn="l">
              <a:lnSpc>
                <a:spcPct val="122000"/>
              </a:lnSpc>
              <a:buNone/>
              <a:defRPr sz="19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9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HTML 시제품으로 구체화한 개인 제안입니다.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9FA34-CFF0-4EC4-B099-2F83C4FD0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457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돈테키의 자르기와 굽기에 플레이어 조작을 집중했습니다.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73BDFA-DF8F-4599-8F89-45A136ABC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5785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425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공개 자료 분석에 기반한 개인 제안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7744f3b3f5487d"/>
          <a:stretch xmlns:a="http://schemas.openxmlformats.org/drawingml/2006/main"/>
        </p:blipFill>
        <p:spPr>
          <a:xfrm xmlns:a="http://schemas.openxmlformats.org/drawingml/2006/main">
            <a:off x="5869920" y="695325"/>
            <a:ext cx="5624235" cy="31908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553151-9D0A-410F-8378-BD23D7F1C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695325"/>
            <a:ext cx="5648325" cy="3190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9B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82F46A-ACBA-4997-84D5-3603157D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971925"/>
            <a:ext cx="5648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사용자 제공 트레일러 캡처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0D8A9F-3C80-4537-8FFC-CA4046A4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219575"/>
            <a:ext cx="56483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왼쪽 주문 칸 관찰 자료. 원본 URL 및 장면 시점 확인 대기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a70981f18d416c"/>
          <a:stretch xmlns:a="http://schemas.openxmlformats.org/drawingml/2006/main"/>
        </p:blipFill>
        <p:spPr>
          <a:xfrm xmlns:a="http://schemas.openxmlformats.org/drawingml/2006/main">
            <a:off x="6050280" y="4514850"/>
            <a:ext cx="3520440" cy="220027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0E6FE4-6A8C-4971-A56B-0F4049FC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514850"/>
            <a:ext cx="3905250" cy="2200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9B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05C9CA-FBA6-4929-94E1-2CFAA7095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981575"/>
            <a:ext cx="1581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개인 제작 HTML 시제품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8D820D-443A-4AE0-BDA0-DB2B2932B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534025"/>
            <a:ext cx="1581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개인 구현 자료</a:t>
            </a:r>
          </a:p>
        </p:txBody>
      </p:sp>
    </p:spTree>
    <p:extLst>
      <p:ext uri="{BB962C8B-B14F-4D97-AF65-F5344CB8AC3E}">
        <p14:creationId xmlns:p14="http://schemas.microsoft.com/office/powerpoint/2010/main" val="6637518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02">
            <a:extLst xmlns:a="http://schemas.openxmlformats.org/drawingml/2006/main">
              <a:ext uri="{FF2B5EF4-FFF2-40B4-BE49-F238E27FC236}">
                <a16:creationId xmlns:a16="http://schemas.microsoft.com/office/drawing/2014/main" id="{A05C48E4-F261-45DE-9756-983DF208B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조리 경험을 플레이어의 판단으로 연결합니다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16A3B3-1E20-45ED-9B97-00F42D4FF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57275"/>
            <a:ext cx="1071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요리 경험은 과정을 관찰하는 출발점이고, 게임 기획은 조작할 순간을 고르는 기준입니다.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9E2574-8AEF-4D82-8E20-30A951FA5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9B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BEC9BF-78BC-42AC-BB6C-0AE336CA7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반쵸 더 셰프  ·  개인 설계 제안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B024A2-892F-4894-9795-F6460D3C9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24625"/>
            <a:ext cx="695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02 / 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1A2594-55C3-4981-B98D-EED773BB9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811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초등교육학 전공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28D2B4-3DAD-4B4A-BBE0-0B8EC34D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처음 배우는 사람의 관점에서 조리 과정을 나눕니다.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56D2C9-D0B5-47B4-8944-A8398109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765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취사병 복무와 요리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D9D7E9-85E9-4A9A-924D-3CB7F1CFA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2897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조리 동작과 재료의 상태 변화를 살핍니다.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0C66A1-7236-4566-8571-9046E120D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719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80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80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게임 기획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390E59-CF3E-4251-BCAF-BA62352A8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24350"/>
            <a:ext cx="533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플레이어가 직접 판단할 순간을 고르고, 나머지 과정은 단순화합니다.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6D281-858D-4233-B48E-1A89B58B6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0175"/>
            <a:ext cx="76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39A3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31552F-4012-466B-83B2-BC582FC9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62575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AI는 자르기·굽기 HTML 시제품의 구현 보조 도구로 사용했습니다.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6B6CE6-5E04-4EED-8AD5-D4FB9AF8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438275"/>
            <a:ext cx="4762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학부 시절 직접 만든 요리 일부 · 사용자 제공 사진</a:t>
            </a:r>
          </a:p>
        </p:txBody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0d667f9b84483b"/>
          <a:stretch xmlns:a="http://schemas.openxmlformats.org/drawingml/2006/main"/>
        </p:blipFill>
        <p:spPr>
          <a:xfrm xmlns:a="http://schemas.openxmlformats.org/drawingml/2006/main">
            <a:off x="6743700" y="1809750"/>
            <a:ext cx="2095500" cy="15716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82641B-104F-4CF8-9CF5-25E3015F7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385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조리 중 · 20200915_160914.jpg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ca4e46cacd49d2"/>
          <a:stretch xmlns:a="http://schemas.openxmlformats.org/drawingml/2006/main"/>
        </p:blipFill>
        <p:spPr>
          <a:xfrm xmlns:a="http://schemas.openxmlformats.org/drawingml/2006/main">
            <a:off x="9048750" y="1812131"/>
            <a:ext cx="2457450" cy="1843088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8DA93F-6AEF-4A38-812B-B64DC8E2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14750"/>
            <a:ext cx="2457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조리 과정 · 20200915_174325.jpg</a:t>
            </a:r>
          </a:p>
        </p:txBody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2614a09634fd7"/>
          <a:stretch xmlns:a="http://schemas.openxmlformats.org/drawingml/2006/main"/>
        </p:blipFill>
        <p:spPr>
          <a:xfrm xmlns:a="http://schemas.openxmlformats.org/drawingml/2006/main">
            <a:off x="7924800" y="401002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DBDB6B-2F23-4D59-812F-F3153B62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057900"/>
            <a:ext cx="3286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직접 구운 과자 · 20230707_084601.jpg</a:t>
            </a:r>
          </a:p>
        </p:txBody>
      </p:sp>
    </p:spTree>
    <p:extLst>
      <p:ext uri="{BB962C8B-B14F-4D97-AF65-F5344CB8AC3E}">
        <p14:creationId xmlns:p14="http://schemas.microsoft.com/office/powerpoint/2010/main" val="11772154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2F1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-03">
            <a:extLst xmlns:a="http://schemas.openxmlformats.org/drawingml/2006/main">
              <a:ext uri="{FF2B5EF4-FFF2-40B4-BE49-F238E27FC236}">
                <a16:creationId xmlns:a16="http://schemas.microsoft.com/office/drawing/2014/main" id="{FC12D73F-2AFB-4002-AA6A-B05A95CD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315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왕복 한 번을 절단 한 번으로 판정합니다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60E5DC-B129-4A4B-B042-F2C61455B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57275"/>
            <a:ext cx="1071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650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1650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자르기 규칙은 개인 설계입니다. 시제품 화면과 확정 규칙의 일치를 재검수하기 전 상태입니다.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DC77AD-0DF8-4022-9628-7CFB347E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9B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40701F-4181-43D5-BA9C-F37879E1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246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125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반쵸 더 셰프  ·  개인 설계 제안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DC62A-2264-4E74-9E9D-629E9EF42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6524625"/>
            <a:ext cx="695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15000"/>
              </a:lnSpc>
              <a:buNone/>
              <a:defRPr sz="1125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03 / 03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cde8416dc4fc7"/>
          <a:stretch xmlns:a="http://schemas.openxmlformats.org/drawingml/2006/main"/>
        </p:blipFill>
        <p:spPr>
          <a:xfrm xmlns:a="http://schemas.openxmlformats.org/drawingml/2006/main">
            <a:off x="925830" y="1600200"/>
            <a:ext cx="4739640" cy="29622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C3993-A30F-486D-AA19-798DE9CC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5219700" cy="2962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9B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9AF7E-C3D8-49BE-B3B9-626E34B4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52197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개인 제작 HTML 시제품 초기 화면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C3C761-A2AC-4ED2-9331-B1BF71501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09725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한 절단의 입력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E0C08-C2F6-4C34-990E-96D97D70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52625"/>
            <a:ext cx="4610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왼쪽 버튼을 누른 채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025" b="1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2025" b="1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위아래로 왕복 1회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E7D956-DD9C-459A-BEF2-5727DA9C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절단 사이 버튼 해제 가능 · 계속 누른 연속 입력도 허용</a:t>
            </a:r>
          </a:p>
        </p:txBody>
      </p:sp>
      <p:sp>
        <p:nvSpPr>
          <p:cNvPr id="12" name="four-piece-result">
            <a:extLst xmlns:a="http://schemas.openxmlformats.org/drawingml/2006/main">
              <a:ext uri="{FF2B5EF4-FFF2-40B4-BE49-F238E27FC236}">
                <a16:creationId xmlns:a16="http://schemas.microsoft.com/office/drawing/2014/main" id="{8D6ADC04-9F45-455F-BFDA-F6CF3BE76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400425"/>
            <a:ext cx="46291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5BE"/>
          </a:solidFill>
          <a:ln xmlns:a="http://schemas.openxmlformats.org/drawingml/2006/main" w="19050">
            <a:solidFill>
              <a:srgbClr val="493C3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DAE1C03-6792-4905-BA18-FDD89D5C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7138" y="3400425"/>
            <a:ext cx="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39A3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A5B77D-58BB-4BFB-AA4A-BC0392D3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400425"/>
            <a:ext cx="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39A3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92028B-E068-496A-A2EE-46B86A05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1713" y="3400425"/>
            <a:ext cx="0" cy="5334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39A3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5F524D-7D6D-4BE7-BA65-2777B1A0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48125"/>
            <a:ext cx="2095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화면 세로 절단 3회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CEE8F3-06F7-450E-951D-7C81E7D30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48125"/>
            <a:ext cx="20383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고기 4조각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ADC268-75FA-4000-84AB-6772D4A6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24375"/>
            <a:ext cx="5086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EB9B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1507F6-1648-40D9-93C2-E62D77AC5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695825"/>
            <a:ext cx="219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>
                <a:solidFill>
                  <a:srgbClr val="493C34"/>
                </a:solidFill>
                <a:latin typeface="Pretendard"/>
                <a:ea typeface="Pretendard"/>
                <a:cs typeface="Pretendard"/>
              </a:defRPr>
            </a:pPr>
            <a:r>
              <a:rPr sz="1575" b="1">
                <a:solidFill>
                  <a:srgbClr val="493C34"/>
                </a:solidFill>
                <a:latin typeface="Pretendard"/>
                <a:ea typeface="Pretendard"/>
                <a:cs typeface="Pretendard"/>
              </a:rPr>
              <a:t>오류와 재시도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98346C-392A-4109-9495-7978473E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06730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1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500" b="1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시작 30점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C35A22-4567-4CBF-9136-7798EFFE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506730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가로 방향 입력은 절단 수에 넣지 않고 −10점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F0C9C3-C898-4742-805D-FFAFD3507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448300"/>
            <a:ext cx="4305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425" b="0">
                <a:solidFill>
                  <a:srgbClr val="292826"/>
                </a:solidFill>
                <a:latin typeface="Pretendard"/>
                <a:ea typeface="Pretendard"/>
                <a:cs typeface="Pretendard"/>
              </a:defRPr>
            </a:pPr>
            <a:r>
              <a:rPr sz="1425" b="0">
                <a:solidFill>
                  <a:srgbClr val="292826"/>
                </a:solidFill>
                <a:latin typeface="Pretendard"/>
                <a:ea typeface="Pretendard"/>
                <a:cs typeface="Pretendard"/>
              </a:rPr>
              <a:t>점수 0점이면 고기를 교체하고 다시 시작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3D085A-135A-4069-A1C8-C4B03BEB5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857875"/>
            <a:ext cx="43243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00" b="0">
                <a:solidFill>
                  <a:srgbClr val="69635D"/>
                </a:solidFill>
                <a:latin typeface="Pretendard"/>
                <a:ea typeface="Pretendard"/>
                <a:cs typeface="Pretendard"/>
              </a:defRPr>
            </a:pPr>
            <a:r>
              <a:rPr sz="1200" b="0">
                <a:solidFill>
                  <a:srgbClr val="69635D"/>
                </a:solidFill>
                <a:latin typeface="Pretendard"/>
                <a:ea typeface="Pretendard"/>
                <a:cs typeface="Pretendard"/>
              </a:rPr>
              <a:t>30점과 −10점은 임시 밸런스 값</a:t>
            </a:r>
          </a:p>
        </p:txBody>
      </p:sp>
    </p:spTree>
    <p:extLst>
      <p:ext uri="{BB962C8B-B14F-4D97-AF65-F5344CB8AC3E}">
        <p14:creationId xmlns:p14="http://schemas.microsoft.com/office/powerpoint/2010/main" val="7041716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2026-09-27T08:15:53.3920000Z</dcterms:created>
  <dcterms:modified xsi:type="dcterms:W3CDTF">2026-09-27T08:15:53.3920000Z</dcterms:modified>
</coreProperties>
</file>