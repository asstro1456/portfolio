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95b5121cbd4896" /><Relationship Type="http://schemas.openxmlformats.org/officeDocument/2006/relationships/extended-properties" Target="/docProps/app.xml" Id="R06fd38a58f1b4b5c" /><Relationship Type="http://schemas.openxmlformats.org/officeDocument/2006/relationships/officeDocument" Target="/ppt/presentation.xml" Id="R94582c4c0b5b46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38295f02a498d"/>
  </p:sldMasterIdLst>
  <p:notesMasterIdLst>
    <p:notesMasterId xmlns:r="http://schemas.openxmlformats.org/officeDocument/2006/relationships" r:id="R4286b8a953d24039"/>
  </p:notesMasterIdLst>
  <p:sldIdLst>
    <p:sldId xmlns:r="http://schemas.openxmlformats.org/officeDocument/2006/relationships" id="256" r:id="Rd1cb6cdf1e4c48f2"/>
    <p:sldId xmlns:r="http://schemas.openxmlformats.org/officeDocument/2006/relationships" id="257" r:id="Ra16f122976e74f8e"/>
    <p:sldId xmlns:r="http://schemas.openxmlformats.org/officeDocument/2006/relationships" id="258" r:id="R9eb1b218a1fd4c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5a6a2b5c845d0" /><Relationship Type="http://schemas.openxmlformats.org/officeDocument/2006/relationships/slideMaster" Target="/ppt/slideMasters/slideMaster1.xml" Id="Rc8138295f02a498d" /><Relationship Type="http://schemas.openxmlformats.org/officeDocument/2006/relationships/notesMaster" Target="/ppt/notesMasters/notesMaster1.xml" Id="R4286b8a953d24039" /><Relationship Type="http://schemas.openxmlformats.org/officeDocument/2006/relationships/presProps" Target="/ppt/presProps.xml" Id="R710d8446b7a94ee6" /><Relationship Type="http://schemas.openxmlformats.org/officeDocument/2006/relationships/tableStyles" Target="/ppt/tableStyles.xml" Id="R2cbe6ff4cf374d81" /><Relationship Type="http://schemas.openxmlformats.org/officeDocument/2006/relationships/slide" Target="/ppt/slides/slide1.xml" Id="Rd1cb6cdf1e4c48f2" /><Relationship Type="http://schemas.openxmlformats.org/officeDocument/2006/relationships/slide" Target="/ppt/slides/slide2.xml" Id="Ra16f122976e74f8e" /><Relationship Type="http://schemas.openxmlformats.org/officeDocument/2006/relationships/slide" Target="/ppt/slides/slide3.xml" Id="R9eb1b218a1fd4c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8608094ca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a8def476d4078" /><Relationship Type="http://schemas.openxmlformats.org/officeDocument/2006/relationships/notesMaster" Target="/ppt/notesMasters/notesMaster1.xml" Id="R9328d227e83f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82f6506dc4e70" /><Relationship Type="http://schemas.openxmlformats.org/officeDocument/2006/relationships/notesMaster" Target="/ppt/notesMasters/notesMaster1.xml" Id="Ra14d00062a17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faa19d4c6413b" /><Relationship Type="http://schemas.openxmlformats.org/officeDocument/2006/relationships/notesMaster" Target="/ppt/notesMasters/notesMaster1.xml" Id="R8a1c2fb0885d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이미지 출처: C:/Users/User/Documents/codex-gpt/창작 기획/01_조사/반쵸 더 쉐프/10.PNG. 공개 트레일러 캡처. 원본 URL과 타임스탬프는 확인되지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 출처: 사용자 제공 사진 D:\OneDrive\OneDrive\사진\Camera imports\2026-09-07\20230223_120153.jpg; D:\OneDrive\OneDrive\사진\Camera imports\2026-09-07\20220920_154506.jpg; D:\OneDrive\OneDrive\사진\Camera imports\2026-09-07\20230707_084601.jpg.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자르기 규칙은 개인 설계입니다. 화면은 C:/Users/User/Documents/Portfolio/assets/prototypes/bancho-reciprocal-cut-prototype.html에서 캡처했습니다. 시제품 코드는 수정하지 않았으며, 본문에 기재한 규칙의 실제 기능 검증은 이번 작업에서 수행하지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b05ca9ee046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7727085a745b1" /><Relationship Type="http://schemas.openxmlformats.org/officeDocument/2006/relationships/slideLayout" Target="/ppt/slideLayouts/slideLayout1.xml" Id="R965c6e4778944c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5c6e4778944c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9957970274ce2" /><Relationship Type="http://schemas.openxmlformats.org/officeDocument/2006/relationships/image" Target="/ppt/media/image.png" Id="Re2ad3f8d8480472a" /><Relationship Type="http://schemas.openxmlformats.org/officeDocument/2006/relationships/notesSlide" Target="/ppt/notesSlides/notesSlide1.xml" Id="R5e83d686737044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81463e8a0479c" /><Relationship Type="http://schemas.openxmlformats.org/officeDocument/2006/relationships/image" Target="/ppt/media/image.jpeg" Id="R8a1fe725c59041c6" /><Relationship Type="http://schemas.openxmlformats.org/officeDocument/2006/relationships/image" Target="/ppt/media/image2.jpeg" Id="R92f4007cd44c4905" /><Relationship Type="http://schemas.openxmlformats.org/officeDocument/2006/relationships/image" Target="/ppt/media/image3.jpeg" Id="R748ed2685d10441e" /><Relationship Type="http://schemas.openxmlformats.org/officeDocument/2006/relationships/notesSlide" Target="/ppt/notesSlides/notesSlide2.xml" Id="Ra9a994ff92da4b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c622894834928" /><Relationship Type="http://schemas.openxmlformats.org/officeDocument/2006/relationships/image" Target="/ppt/media/image2.png" Id="R5598843b6d9b43fc" /><Relationship Type="http://schemas.openxmlformats.org/officeDocument/2006/relationships/notesSlide" Target="/ppt/notesSlides/notesSlide3.xml" Id="Rf40cbbb8cea844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d3f8d8480472a"/>
          <a:srcRect xmlns:a="http://schemas.openxmlformats.org/drawingml/2006/main" l="0" t="16951" r="0" b="16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C77E5F-2306-4EA6-928E-9C653A4D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655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돈테키 조리 시스템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61F7-E594-4DCA-8DE5-895F2C8A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55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게임 기획 포트폴리오 / 이동현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2DCFF-F11A-422D-A073-7EF2C913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65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고기를 자르고 굽는 두 공정의 조작과 판정을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C0D0-A3E0-4E7C-AC1C-116BC2F1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02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공개 자료를 분석한 개인 제안입니다.</a:t>
            </a:r>
          </a:p>
        </p:txBody>
      </p:sp>
      <p:sp>
        <p:nvSpPr>
          <p:cNvPr id="6" name="trailer-caption-bg">
            <a:extLst xmlns:a="http://schemas.openxmlformats.org/drawingml/2006/main">
              <a:ext uri="{FF2B5EF4-FFF2-40B4-BE49-F238E27FC236}">
                <a16:creationId xmlns:a16="http://schemas.microsoft.com/office/drawing/2014/main" id="{714F7721-B1C9-452E-89C1-D2EA40D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219575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05D8A-86EB-4D40-A5F5-CB7DA58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48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트레일러 화면</a:t>
            </a:r>
          </a:p>
        </p:txBody>
      </p:sp>
    </p:spTree>
    <p:extLst>
      <p:ext uri="{BB962C8B-B14F-4D97-AF65-F5344CB8AC3E}">
        <p14:creationId xmlns:p14="http://schemas.microsoft.com/office/powerpoint/2010/main" val="911749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6E0A4EAC-F476-4484-8B5E-5E12692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취사병이 되기 전부터 요리를 즐겼습니다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3618-9735-4EFB-9A4B-03292437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대학 시절에는 요리 영상을 보며 부타동과 비프 부르기뇽, 파이와 쿠키를 만들었습니다.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식극의 소마에 나온 사과 리조또를 따라 만들어 보기도 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3E0F0-4106-499F-9E95-4822788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81100"/>
            <a:ext cx="548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반쵸에서는 직접 요리해 본 경험을 조작에 담고 싶었습니다. 다만 여러 주문을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처리하는 흐름을 고려해, 돈테키를 자르고 굽는 두 공정에 집중했습니다.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fe725c59041c6"/>
          <a:srcRect xmlns:a="http://schemas.openxmlformats.org/drawingml/2006/main" l="0" t="23790" r="0" b="23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429000"/>
            <a:ext cx="47244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4007cd44c4905"/>
          <a:srcRect xmlns:a="http://schemas.openxmlformats.org/drawingml/2006/main" l="0" t="7792" r="0" b="7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3429000"/>
            <a:ext cx="2933700" cy="2476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ed2685d10441e"/>
          <a:srcRect xmlns:a="http://schemas.openxmlformats.org/drawingml/2006/main" l="0" t="7792" r="0" b="7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3429000"/>
            <a:ext cx="29337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6E0E-D183-463D-B555-0A1E84D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5E584-FDC3-4C20-B579-91E7A4C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817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애플파이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EA4ED-3B7C-4B7C-8AFC-0325E59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817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쿠키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66E8F-0E1D-4058-B127-714C4F05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학부 시절 직접 만든 요리</a:t>
            </a:r>
          </a:p>
        </p:txBody>
      </p:sp>
    </p:spTree>
    <p:extLst>
      <p:ext uri="{BB962C8B-B14F-4D97-AF65-F5344CB8AC3E}">
        <p14:creationId xmlns:p14="http://schemas.microsoft.com/office/powerpoint/2010/main" val="2025066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utting-title">
            <a:extLst xmlns:a="http://schemas.openxmlformats.org/drawingml/2006/main">
              <a:ext uri="{FF2B5EF4-FFF2-40B4-BE49-F238E27FC236}">
                <a16:creationId xmlns:a16="http://schemas.microsoft.com/office/drawing/2014/main" id="{E2F332BE-BFD5-4AFF-9806-BD50DA3E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 썰고 나면 버튼을 놓을 수 있게 했습니다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8843b6d9b43fc"/>
          <a:stretch xmlns:a="http://schemas.openxmlformats.org/drawingml/2006/main"/>
        </p:blipFill>
        <p:spPr>
          <a:xfrm xmlns:a="http://schemas.openxmlformats.org/drawingml/2006/main">
            <a:off x="689385" y="1143000"/>
            <a:ext cx="5441129" cy="3581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696FE-956E-4D9A-B630-05D08B1A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600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자르기 HTML 시제품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DCA8-2411-4EC1-AB5D-68E80A84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16821-218A-4400-8BD0-C38C0D2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 위아래로 왕복 1회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232EF-4E2F-4807-A6FE-4309A7AD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38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버튼을 놓아도 되고, 계속 누른 채 다음 절단을 이어가도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4D55C-31D9-49D1-8106-E83B88AF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세로 절단 3회로 고기 4조각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FA353-FD88-4A33-9131-4346985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81375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너무 짧은 움직임은 무시합니다.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잘못된 방향은 절단으로 세지 않고 10점을 차감합니다.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30점에서 시작하며, 0점이면 새 고기로 다시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5F45-D948-42E8-8A4E-CE30CC3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점수와 절단 횟수는 시제품의 임시값입니다.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ACF37-2891-4404-9DE9-A158275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조작하며 발견한 불편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5DF22-68C0-4EF4-A94A-84CE8DF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버튼을 오래 누르고 있으니 불편했습니다. 한 번의 절단마다 입력을 끝낼 수 있도록 판정 단위를 줄였습니다.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471F6-53EB-404E-88A6-F39C027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수정 후 확인한 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4C31C-C7B3-4896-80E4-C0105A4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조작했을 때는 이전보다 편했습니다. 여러 주문에서 반복할 때의 피로감은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958951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2026-09-27T08:34:11.4050000Z</dcterms:created>
  <dcterms:modified xsi:type="dcterms:W3CDTF">2026-09-27T08:34:11.4050000Z</dcterms:modified>
</coreProperties>
</file>