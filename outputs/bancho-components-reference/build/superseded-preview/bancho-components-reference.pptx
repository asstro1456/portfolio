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313a5b70347e6" /><Relationship Type="http://schemas.openxmlformats.org/officeDocument/2006/relationships/extended-properties" Target="/docProps/app.xml" Id="R9643d22b878d417f" /><Relationship Type="http://schemas.openxmlformats.org/officeDocument/2006/relationships/officeDocument" Target="/ppt/presentation.xml" Id="R1818a4e7bc1c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1439fedf54062"/>
  </p:sldMasterIdLst>
  <p:notesMasterIdLst>
    <p:notesMasterId xmlns:r="http://schemas.openxmlformats.org/officeDocument/2006/relationships" r:id="R317a32a1154b4441"/>
  </p:notesMasterIdLst>
  <p:sldIdLst>
    <p:sldId xmlns:r="http://schemas.openxmlformats.org/officeDocument/2006/relationships" id="256" r:id="Re59b1715a8de4b70"/>
    <p:sldId xmlns:r="http://schemas.openxmlformats.org/officeDocument/2006/relationships" id="257" r:id="Rc0a380cb5f4e4370"/>
    <p:sldId xmlns:r="http://schemas.openxmlformats.org/officeDocument/2006/relationships" id="258" r:id="R4b603dc0fbd04e1a"/>
    <p:sldId xmlns:r="http://schemas.openxmlformats.org/officeDocument/2006/relationships" id="259" r:id="R73753a1ac74043a4"/>
    <p:sldId xmlns:r="http://schemas.openxmlformats.org/officeDocument/2006/relationships" id="260" r:id="R04f35cada6044e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940200d3b94fac" /><Relationship Type="http://schemas.openxmlformats.org/officeDocument/2006/relationships/slideMaster" Target="/ppt/slideMasters/slideMaster1.xml" Id="R75b1439fedf54062" /><Relationship Type="http://schemas.openxmlformats.org/officeDocument/2006/relationships/notesMaster" Target="/ppt/notesMasters/notesMaster1.xml" Id="R317a32a1154b4441" /><Relationship Type="http://schemas.openxmlformats.org/officeDocument/2006/relationships/presProps" Target="/ppt/presProps.xml" Id="R6a60b918b760480f" /><Relationship Type="http://schemas.openxmlformats.org/officeDocument/2006/relationships/tableStyles" Target="/ppt/tableStyles.xml" Id="R28ab4ca4e8e94e25" /><Relationship Type="http://schemas.openxmlformats.org/officeDocument/2006/relationships/slide" Target="/ppt/slides/slide1.xml" Id="Re59b1715a8de4b70" /><Relationship Type="http://schemas.openxmlformats.org/officeDocument/2006/relationships/slide" Target="/ppt/slides/slide2.xml" Id="Rc0a380cb5f4e4370" /><Relationship Type="http://schemas.openxmlformats.org/officeDocument/2006/relationships/slide" Target="/ppt/slides/slide3.xml" Id="R4b603dc0fbd04e1a" /><Relationship Type="http://schemas.openxmlformats.org/officeDocument/2006/relationships/slide" Target="/ppt/slides/slide4.xml" Id="R73753a1ac74043a4" /><Relationship Type="http://schemas.openxmlformats.org/officeDocument/2006/relationships/slide" Target="/ppt/slides/slide5.xml" Id="R04f35cada604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e553d01dc5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c731ff1344e20" /><Relationship Type="http://schemas.openxmlformats.org/officeDocument/2006/relationships/notesMaster" Target="/ppt/notesMasters/notesMaster1.xml" Id="R4551ccdfbf07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3d745b4974e93" /><Relationship Type="http://schemas.openxmlformats.org/officeDocument/2006/relationships/notesMaster" Target="/ppt/notesMasters/notesMaster1.xml" Id="R5d84619d0eea45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79487efe254d45" /><Relationship Type="http://schemas.openxmlformats.org/officeDocument/2006/relationships/notesMaster" Target="/ppt/notesMasters/notesMaster1.xml" Id="R3b85de5fe0f244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40f7ee190c44ce" /><Relationship Type="http://schemas.openxmlformats.org/officeDocument/2006/relationships/notesMaster" Target="/ppt/notesMasters/notesMaster1.xml" Id="Rc37dfcc943a44f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a0ec4ffd84358" /><Relationship Type="http://schemas.openxmlformats.org/officeDocument/2006/relationships/notesMaster" Target="/ppt/notesMasters/notesMaster1.xml" Id="Rdffc5eea6e3d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4dcdebfd442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383ce5dfd4a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33a3e30a446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bad00cb1b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f9c1e393847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7b2250787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1A0474-A7EA-4B21-9075-2AF1A8F72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09DD14-EC00-4915-8E50-CC9532246A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27ABEA-AFE6-4B13-B0AE-105465B38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208980-ED6C-422E-859D-B9664602E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0F3F8D-6397-41CB-AB8C-83521A17FE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A8D683-5226-42C5-8988-E55FF14FC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41AD44-AD3F-4C9C-9E89-2D67B36BD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384BF0-5E4F-4304-B39A-65DDECA1FF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0D6D2-3FC1-48CF-85E7-197CB03CC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2D9486-9299-48CB-AFA6-55D2FFB7C9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66a95c184c427d" /><Relationship Type="http://schemas.openxmlformats.org/officeDocument/2006/relationships/slideLayout" Target="/ppt/slideLayouts/slideLayout1.xml" Id="R58d2ed62347e4d1c" /><Relationship Type="http://schemas.openxmlformats.org/officeDocument/2006/relationships/slideLayout" Target="/ppt/slideLayouts/slideLayout2.xml" Id="Rbf6914b3f4774645" /><Relationship Type="http://schemas.openxmlformats.org/officeDocument/2006/relationships/slideLayout" Target="/ppt/slideLayouts/slideLayout3.xml" Id="R16f9ae9471804a5d" /><Relationship Type="http://schemas.openxmlformats.org/officeDocument/2006/relationships/slideLayout" Target="/ppt/slideLayouts/slideLayout4.xml" Id="R7afe55eeabab470e" /><Relationship Type="http://schemas.openxmlformats.org/officeDocument/2006/relationships/slideLayout" Target="/ppt/slideLayouts/slideLayout5.xml" Id="Red33234cf65f48ba" /><Relationship Type="http://schemas.openxmlformats.org/officeDocument/2006/relationships/slideLayout" Target="/ppt/slideLayouts/slideLayout6.xml" Id="R07528126af984c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2ed62347e4d1c"/>
    <p:sldLayoutId xmlns:r="http://schemas.openxmlformats.org/officeDocument/2006/relationships" id="2147483650" r:id="Rbf6914b3f4774645"/>
    <p:sldLayoutId xmlns:r="http://schemas.openxmlformats.org/officeDocument/2006/relationships" id="2147483651" r:id="R16f9ae9471804a5d"/>
    <p:sldLayoutId xmlns:r="http://schemas.openxmlformats.org/officeDocument/2006/relationships" id="2147483652" r:id="R7afe55eeabab470e"/>
    <p:sldLayoutId xmlns:r="http://schemas.openxmlformats.org/officeDocument/2006/relationships" id="2147483653" r:id="Red33234cf65f48ba"/>
    <p:sldLayoutId xmlns:r="http://schemas.openxmlformats.org/officeDocument/2006/relationships" id="2147483654" r:id="R07528126af984c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3d51c2bd34764" /><Relationship Type="http://schemas.openxmlformats.org/officeDocument/2006/relationships/notesSlide" Target="/ppt/notesSlides/notesSlide1.xml" Id="Rbc69ea0f407c42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3a8b294194626" /><Relationship Type="http://schemas.openxmlformats.org/officeDocument/2006/relationships/image" Target="/ppt/media/image.jpeg" Id="Rc86bdee00d454043" /><Relationship Type="http://schemas.openxmlformats.org/officeDocument/2006/relationships/image" Target="/ppt/media/image2.jpeg" Id="R9da8ed338a72468c" /><Relationship Type="http://schemas.openxmlformats.org/officeDocument/2006/relationships/notesSlide" Target="/ppt/notesSlides/notesSlide2.xml" Id="Rab5ef3a5bb28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7c59a7d384d61" /><Relationship Type="http://schemas.openxmlformats.org/officeDocument/2006/relationships/notesSlide" Target="/ppt/notesSlides/notesSlide3.xml" Id="Rd513cd8142f6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9f4f770184f06" /><Relationship Type="http://schemas.openxmlformats.org/officeDocument/2006/relationships/notesSlide" Target="/ppt/notesSlides/notesSlide4.xml" Id="Ra1b40ec0b3e3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a299785914e59" /><Relationship Type="http://schemas.openxmlformats.org/officeDocument/2006/relationships/notesSlide" Target="/ppt/notesSlides/notesSlide5.xml" Id="Rf493143e2766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D3505794-2837-4388-B53A-1127022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553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87458C5A-4CDA-48D7-8C0A-1398C91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2395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E5A4FF29-FA1E-4590-A1A2-C49BA30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478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5187464E-7329-4128-BC5C-DD60096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BAD5FE9F-18E3-4AB9-A31F-B306340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76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E6A83A46-1D6C-41CF-8DD4-D11806B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AC9EB271-5807-4689-A703-3F8ADDD1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AFD2243D-CC3F-48A3-9A8C-DE15685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C7D11128-6D8D-4226-BFAF-60B2914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1447383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B264B1E4-D315-4F05-B10F-92BBB2AC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345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33A7F-9EAE-4D8B-AE49-4A43EDFA5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dee00d454043"/>
          <a:stretch xmlns:a="http://schemas.openxmlformats.org/drawingml/2006/main"/>
        </p:blipFill>
        <p:spPr>
          <a:xfrm xmlns:a="http://schemas.openxmlformats.org/drawingml/2006/main">
            <a:off x="1190625" y="1123950"/>
            <a:ext cx="457200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ED6BE983-7EB2-4C22-84F8-34B80529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19126A29-5B47-4A47-B3BA-928536BF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C74CE-8B40-4215-BCD2-50A560741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8ed338a72468c"/>
          <a:stretch xmlns:a="http://schemas.openxmlformats.org/drawingml/2006/main"/>
        </p:blipFill>
        <p:spPr>
          <a:xfrm xmlns:a="http://schemas.openxmlformats.org/drawingml/2006/main">
            <a:off x="7315200" y="27241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C8763086-B831-437B-9989-A91BC524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10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  <p:sp>
        <p:nvSpPr>
          <p:cNvPr id="7" name="02 Photo set | alignment rule">
            <a:extLst xmlns:a="http://schemas.openxmlformats.org/drawingml/2006/main">
              <a:ext uri="{FF2B5EF4-FFF2-40B4-BE49-F238E27FC236}">
                <a16:creationId xmlns:a16="http://schemas.microsoft.com/office/drawing/2014/main" id="{2A07D176-215E-49ED-BABD-4FE35BB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 Photo set | saffron marker">
            <a:extLst xmlns:a="http://schemas.openxmlformats.org/drawingml/2006/main">
              <a:ext uri="{FF2B5EF4-FFF2-40B4-BE49-F238E27FC236}">
                <a16:creationId xmlns:a16="http://schemas.microsoft.com/office/drawing/2014/main" id="{90075039-0FEA-442A-90D5-C0CE1CE1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45732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732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D76A09DF-4CA8-4EB2-BD07-78B7E00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1EC7DB7D-748C-41E9-ADC5-57E3569B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DEC97EE3-CD8C-40A9-A539-1880404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D189DD29-17E8-483A-BF12-278482B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98D6A47D-A79D-4D28-BD53-3C88D2E1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61F3C9AC-FBAB-40D0-AD9F-628FC9C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F5AFED6B-4809-4FBE-BA1E-7BECA089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40ECB831-CDAF-42AC-8843-F0AF0EB9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51C5B98E-EEFC-423F-9EFE-B0B4612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74CC55CB-2769-4D34-B949-3F4C52D8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C1C3D051-92AA-4DA3-893A-E9C878C6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8CB53DBE-02D9-4BA9-BDB0-21E2AB2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2842CFF3-AA2E-4DA5-96EE-15DF261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A7D28A4D-2971-412B-9907-7F64016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2A2B47AC-57AC-48DE-A7D2-0617880D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EAE11C14-700E-454A-A127-4D56F9A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DD0B2039-EE8F-439F-9612-D076F74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FA77DC7D-FEEC-452E-B0F9-3BCA752D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3AABA9F2-964C-4878-A1A5-0B402E6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99939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 Rules | display title">
            <a:extLst xmlns:a="http://schemas.openxmlformats.org/drawingml/2006/main">
              <a:ext uri="{FF2B5EF4-FFF2-40B4-BE49-F238E27FC236}">
                <a16:creationId xmlns:a16="http://schemas.microsoft.com/office/drawing/2014/main" id="{DE45993B-76C7-420C-8309-5214CE4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 xmlns:a="http://schemas.openxmlformats.org/drawingml/2006/main">
              <a:ext uri="{FF2B5EF4-FFF2-40B4-BE49-F238E27FC236}">
                <a16:creationId xmlns:a16="http://schemas.microsoft.com/office/drawing/2014/main" id="{BFD4C04B-819A-498C-8B15-401543E8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Rules | saffron marker">
            <a:extLst xmlns:a="http://schemas.openxmlformats.org/drawingml/2006/main">
              <a:ext uri="{FF2B5EF4-FFF2-40B4-BE49-F238E27FC236}">
                <a16:creationId xmlns:a16="http://schemas.microsoft.com/office/drawing/2014/main" id="{5C7BF34A-4260-40C8-91FF-2DF08F14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200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FA31-32C8-43BA-9CA8-5B4EE655E173}"/>
              </a:ext>
            </a:extLst>
          </p:cNvPr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row divider 230">
            <a:extLst xmlns:a="http://schemas.openxmlformats.org/drawingml/2006/main">
              <a:ext uri="{FF2B5EF4-FFF2-40B4-BE49-F238E27FC236}">
                <a16:creationId xmlns:a16="http://schemas.microsoft.com/office/drawing/2014/main" id="{1AD9373A-F4E8-477A-9222-D5A1CCB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4 Rules | row divider 304">
            <a:extLst xmlns:a="http://schemas.openxmlformats.org/drawingml/2006/main">
              <a:ext uri="{FF2B5EF4-FFF2-40B4-BE49-F238E27FC236}">
                <a16:creationId xmlns:a16="http://schemas.microsoft.com/office/drawing/2014/main" id="{8869A20A-BD9A-4618-B856-A675496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4 Rules | row divider 378">
            <a:extLst xmlns:a="http://schemas.openxmlformats.org/drawingml/2006/main">
              <a:ext uri="{FF2B5EF4-FFF2-40B4-BE49-F238E27FC236}">
                <a16:creationId xmlns:a16="http://schemas.microsoft.com/office/drawing/2014/main" id="{EF899269-21F1-4164-B14D-9838D70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4 Rules | row divider 452">
            <a:extLst xmlns:a="http://schemas.openxmlformats.org/drawingml/2006/main">
              <a:ext uri="{FF2B5EF4-FFF2-40B4-BE49-F238E27FC236}">
                <a16:creationId xmlns:a16="http://schemas.microsoft.com/office/drawing/2014/main" id="{D25C08F0-1DD8-47F7-9215-DA38D08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4 Rules | row divider 526">
            <a:extLst xmlns:a="http://schemas.openxmlformats.org/drawingml/2006/main">
              <a:ext uri="{FF2B5EF4-FFF2-40B4-BE49-F238E27FC236}">
                <a16:creationId xmlns:a16="http://schemas.microsoft.com/office/drawing/2014/main" id="{FAB5777A-99F2-41A4-84BD-3B09C176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4 Rules | caveat">
            <a:extLst xmlns:a="http://schemas.openxmlformats.org/drawingml/2006/main">
              <a:ext uri="{FF2B5EF4-FFF2-40B4-BE49-F238E27FC236}">
                <a16:creationId xmlns:a16="http://schemas.microsoft.com/office/drawing/2014/main" id="{D06B5E3A-AA00-4150-A087-254D4A6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1469318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6F379323-9D69-419F-9C61-EE85CB03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0FD09A1A-BD3B-4D74-875A-FBDC4C7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70EE5097-917E-4139-94BB-3598BE5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128E9777-FDD9-4E71-AF72-DC708F0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6B8B9DC9-A895-43C7-AF9F-C51889C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D23ABAB0-113F-4840-B28B-B414031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AAFE2365-8BE5-4E00-926D-4501193E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42F86F78-7355-4C45-847E-9A51A969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5BCEE6CB-373B-4EB0-9AE4-5C02DA4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0D966322-D120-4DED-A51D-F58525F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52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2F127A13-3BF8-4FE0-8C28-AA09E2F8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666756D2-48F5-4FA7-A95E-0EC5D938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183665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2026-10-09T05:11:15.9190000Z</dcterms:created>
  <dcterms:modified xsi:type="dcterms:W3CDTF">2026-10-09T05:11:15.9190000Z</dcterms:modified>
</coreProperties>
</file>