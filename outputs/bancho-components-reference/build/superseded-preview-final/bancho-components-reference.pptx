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ad269605514c3f" /><Relationship Type="http://schemas.openxmlformats.org/officeDocument/2006/relationships/extended-properties" Target="/docProps/app.xml" Id="Rf5674d0e1a44475b" /><Relationship Type="http://schemas.openxmlformats.org/officeDocument/2006/relationships/officeDocument" Target="/ppt/presentation.xml" Id="R1d0150619a5d49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c1edd014d04938"/>
  </p:sldMasterIdLst>
  <p:notesMasterIdLst>
    <p:notesMasterId xmlns:r="http://schemas.openxmlformats.org/officeDocument/2006/relationships" r:id="R51f2c1a22b4541d1"/>
  </p:notesMasterIdLst>
  <p:sldIdLst>
    <p:sldId xmlns:r="http://schemas.openxmlformats.org/officeDocument/2006/relationships" id="256" r:id="R89b0cb20289f42a8"/>
    <p:sldId xmlns:r="http://schemas.openxmlformats.org/officeDocument/2006/relationships" id="257" r:id="R6cea8802e4544dd8"/>
    <p:sldId xmlns:r="http://schemas.openxmlformats.org/officeDocument/2006/relationships" id="258" r:id="R9691a6fb25ea4020"/>
    <p:sldId xmlns:r="http://schemas.openxmlformats.org/officeDocument/2006/relationships" id="259" r:id="R5fed8c9300734ab7"/>
    <p:sldId xmlns:r="http://schemas.openxmlformats.org/officeDocument/2006/relationships" id="260" r:id="Rd793c51e7efc46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04fc6659a541ef" /><Relationship Type="http://schemas.openxmlformats.org/officeDocument/2006/relationships/slideMaster" Target="/ppt/slideMasters/slideMaster1.xml" Id="R7ec1edd014d04938" /><Relationship Type="http://schemas.openxmlformats.org/officeDocument/2006/relationships/notesMaster" Target="/ppt/notesMasters/notesMaster1.xml" Id="R51f2c1a22b4541d1" /><Relationship Type="http://schemas.openxmlformats.org/officeDocument/2006/relationships/presProps" Target="/ppt/presProps.xml" Id="R78cc4464390d4280" /><Relationship Type="http://schemas.openxmlformats.org/officeDocument/2006/relationships/tableStyles" Target="/ppt/tableStyles.xml" Id="Ra1622292fba14ae5" /><Relationship Type="http://schemas.openxmlformats.org/officeDocument/2006/relationships/slide" Target="/ppt/slides/slide1.xml" Id="R89b0cb20289f42a8" /><Relationship Type="http://schemas.openxmlformats.org/officeDocument/2006/relationships/slide" Target="/ppt/slides/slide2.xml" Id="R6cea8802e4544dd8" /><Relationship Type="http://schemas.openxmlformats.org/officeDocument/2006/relationships/slide" Target="/ppt/slides/slide3.xml" Id="R9691a6fb25ea4020" /><Relationship Type="http://schemas.openxmlformats.org/officeDocument/2006/relationships/slide" Target="/ppt/slides/slide4.xml" Id="R5fed8c9300734ab7" /><Relationship Type="http://schemas.openxmlformats.org/officeDocument/2006/relationships/slide" Target="/ppt/slides/slide5.xml" Id="Rd793c51e7efc46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3bc983217b4d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3f857537af49b8" /><Relationship Type="http://schemas.openxmlformats.org/officeDocument/2006/relationships/notesMaster" Target="/ppt/notesMasters/notesMaster1.xml" Id="R2bbdf91463e349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aa7292dc864a57" /><Relationship Type="http://schemas.openxmlformats.org/officeDocument/2006/relationships/notesMaster" Target="/ppt/notesMasters/notesMaster1.xml" Id="R85aa935d02cc4a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4fdcdc018b445a" /><Relationship Type="http://schemas.openxmlformats.org/officeDocument/2006/relationships/notesMaster" Target="/ppt/notesMasters/notesMaster1.xml" Id="R94495bf69fda4d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3063cc84644a92" /><Relationship Type="http://schemas.openxmlformats.org/officeDocument/2006/relationships/notesMaster" Target="/ppt/notesMasters/notesMaster1.xml" Id="R491a13e6b73e48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1c7d3dc6754f72" /><Relationship Type="http://schemas.openxmlformats.org/officeDocument/2006/relationships/notesMaster" Target="/ppt/notesMasters/notesMaster1.xml" Id="R495ae90e80f146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fe159fd4c4e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49038a39146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7a49acd8944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7a4a31b134e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db88bfa9b4a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31483c2e344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7747D7-1CC5-476E-85BB-67C10F58F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3EAEF28-674D-4203-93A7-020DFB0571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C12DE2-5854-44A0-B838-3C5376BDDA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9A3CE1-0DF8-4E00-843A-92EB5AC4B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B6FDD1-6E6E-4E84-8417-3A899C0B0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7D8955-6BB1-4159-96B5-E8185D916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585E01-DFF6-47C9-8524-4883739CE4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47A5C4-FB96-459E-8CFB-097C5A978B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CDA91E-1972-498D-9632-55B525B6B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3EC358-3C50-4FF4-8FF1-9B51A4C1D6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c88e6434324e55" /><Relationship Type="http://schemas.openxmlformats.org/officeDocument/2006/relationships/slideLayout" Target="/ppt/slideLayouts/slideLayout1.xml" Id="R1a83c08afe0e40e3" /><Relationship Type="http://schemas.openxmlformats.org/officeDocument/2006/relationships/slideLayout" Target="/ppt/slideLayouts/slideLayout2.xml" Id="R9f238cde6b064c78" /><Relationship Type="http://schemas.openxmlformats.org/officeDocument/2006/relationships/slideLayout" Target="/ppt/slideLayouts/slideLayout3.xml" Id="R11b6a97ed9ec4504" /><Relationship Type="http://schemas.openxmlformats.org/officeDocument/2006/relationships/slideLayout" Target="/ppt/slideLayouts/slideLayout4.xml" Id="Rc93c95f7eba34f26" /><Relationship Type="http://schemas.openxmlformats.org/officeDocument/2006/relationships/slideLayout" Target="/ppt/slideLayouts/slideLayout5.xml" Id="R91e62fa11f964e8d" /><Relationship Type="http://schemas.openxmlformats.org/officeDocument/2006/relationships/slideLayout" Target="/ppt/slideLayouts/slideLayout6.xml" Id="R71ef61bf84d5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83c08afe0e40e3"/>
    <p:sldLayoutId xmlns:r="http://schemas.openxmlformats.org/officeDocument/2006/relationships" id="2147483650" r:id="R9f238cde6b064c78"/>
    <p:sldLayoutId xmlns:r="http://schemas.openxmlformats.org/officeDocument/2006/relationships" id="2147483651" r:id="R11b6a97ed9ec4504"/>
    <p:sldLayoutId xmlns:r="http://schemas.openxmlformats.org/officeDocument/2006/relationships" id="2147483652" r:id="Rc93c95f7eba34f26"/>
    <p:sldLayoutId xmlns:r="http://schemas.openxmlformats.org/officeDocument/2006/relationships" id="2147483653" r:id="R91e62fa11f964e8d"/>
    <p:sldLayoutId xmlns:r="http://schemas.openxmlformats.org/officeDocument/2006/relationships" id="2147483654" r:id="R71ef61bf84d5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622957bea4ba0" /><Relationship Type="http://schemas.openxmlformats.org/officeDocument/2006/relationships/notesSlide" Target="/ppt/notesSlides/notesSlide1.xml" Id="R6aaa0dd0ed394a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c4a8565fa4800" /><Relationship Type="http://schemas.openxmlformats.org/officeDocument/2006/relationships/image" Target="/ppt/media/image.jpeg" Id="Rc09df270842e40ec" /><Relationship Type="http://schemas.openxmlformats.org/officeDocument/2006/relationships/image" Target="/ppt/media/image2.jpeg" Id="Ra638cc6179f549bc" /><Relationship Type="http://schemas.openxmlformats.org/officeDocument/2006/relationships/notesSlide" Target="/ppt/notesSlides/notesSlide2.xml" Id="R4d69b259ab9949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583b340034b3a" /><Relationship Type="http://schemas.openxmlformats.org/officeDocument/2006/relationships/notesSlide" Target="/ppt/notesSlides/notesSlide3.xml" Id="Rc83991d181b447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8adedf72341c8" /><Relationship Type="http://schemas.openxmlformats.org/officeDocument/2006/relationships/notesSlide" Target="/ppt/notesSlides/notesSlide4.xml" Id="Ra8a3f948daab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cc0687957400c" /><Relationship Type="http://schemas.openxmlformats.org/officeDocument/2006/relationships/notesSlide" Target="/ppt/notesSlides/notesSlide5.xml" Id="Ra95d4128ce5a4f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 Banner | brown field">
            <a:extLst xmlns:a="http://schemas.openxmlformats.org/drawingml/2006/main">
              <a:ext uri="{FF2B5EF4-FFF2-40B4-BE49-F238E27FC236}">
                <a16:creationId xmlns:a16="http://schemas.microsoft.com/office/drawing/2014/main" id="{A39FDB3B-B1B5-4DFC-B03C-31E818CF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553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1 Banner | English title">
            <a:extLst xmlns:a="http://schemas.openxmlformats.org/drawingml/2006/main">
              <a:ext uri="{FF2B5EF4-FFF2-40B4-BE49-F238E27FC236}">
                <a16:creationId xmlns:a16="http://schemas.microsoft.com/office/drawing/2014/main" id="{E2BC96F8-6365-453E-9175-A9409D68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2395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EEE9DF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3" name="01 Banner | subtitle rule">
            <a:extLst xmlns:a="http://schemas.openxmlformats.org/drawingml/2006/main">
              <a:ext uri="{FF2B5EF4-FFF2-40B4-BE49-F238E27FC236}">
                <a16:creationId xmlns:a16="http://schemas.microsoft.com/office/drawing/2014/main" id="{112769D5-BBDE-4D65-ACD8-BDE38804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478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1 Banner | Korean subtitle">
            <a:extLst xmlns:a="http://schemas.openxmlformats.org/drawingml/2006/main">
              <a:ext uri="{FF2B5EF4-FFF2-40B4-BE49-F238E27FC236}">
                <a16:creationId xmlns:a16="http://schemas.microsoft.com/office/drawing/2014/main" id="{BDCFE76D-7358-405C-964D-BFBC84DF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조작과 판정</a:t>
            </a:r>
          </a:p>
        </p:txBody>
      </p:sp>
      <p:sp>
        <p:nvSpPr>
          <p:cNvPr id="5" name="01 Section | number">
            <a:extLst xmlns:a="http://schemas.openxmlformats.org/drawingml/2006/main">
              <a:ext uri="{FF2B5EF4-FFF2-40B4-BE49-F238E27FC236}">
                <a16:creationId xmlns:a16="http://schemas.microsoft.com/office/drawing/2014/main" id="{1C7C1992-7D7A-4E90-87F3-ECA9D93F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476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6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76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" name="01 Section | English title">
            <a:extLst xmlns:a="http://schemas.openxmlformats.org/drawingml/2006/main">
              <a:ext uri="{FF2B5EF4-FFF2-40B4-BE49-F238E27FC236}">
                <a16:creationId xmlns:a16="http://schemas.microsoft.com/office/drawing/2014/main" id="{CD29FFFE-B82A-43EE-8C16-AE7E98FD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81425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7" name="01 Section | title rule">
            <a:extLst xmlns:a="http://schemas.openxmlformats.org/drawingml/2006/main">
              <a:ext uri="{FF2B5EF4-FFF2-40B4-BE49-F238E27FC236}">
                <a16:creationId xmlns:a16="http://schemas.microsoft.com/office/drawing/2014/main" id="{E1970F1A-5D23-4151-A257-8ED85EB1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1 Section | saffron marker">
            <a:extLst xmlns:a="http://schemas.openxmlformats.org/drawingml/2006/main">
              <a:ext uri="{FF2B5EF4-FFF2-40B4-BE49-F238E27FC236}">
                <a16:creationId xmlns:a16="http://schemas.microsoft.com/office/drawing/2014/main" id="{599ECE8B-39A5-4097-8A2D-F36A0B63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719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1 Section | Korean subtitle">
            <a:extLst xmlns:a="http://schemas.openxmlformats.org/drawingml/2006/main">
              <a:ext uri="{FF2B5EF4-FFF2-40B4-BE49-F238E27FC236}">
                <a16:creationId xmlns:a16="http://schemas.microsoft.com/office/drawing/2014/main" id="{97FD4811-3310-4D1C-BE15-C061619D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1010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절단을 기준으로 입력을 판정합니다</a:t>
            </a:r>
          </a:p>
        </p:txBody>
      </p:sp>
    </p:spTree>
    <p:extLst>
      <p:ext uri="{BB962C8B-B14F-4D97-AF65-F5344CB8AC3E}">
        <p14:creationId xmlns:p14="http://schemas.microsoft.com/office/powerpoint/2010/main" val="1494496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2 Main photo | paper mat">
            <a:extLst xmlns:a="http://schemas.openxmlformats.org/drawingml/2006/main">
              <a:ext uri="{FF2B5EF4-FFF2-40B4-BE49-F238E27FC236}">
                <a16:creationId xmlns:a16="http://schemas.microsoft.com/office/drawing/2014/main" id="{FAEEA166-9798-4DE8-86C0-6F2A2A78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52387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03A6F-71CD-45C3-B8ED-575CB5246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df270842e40ec"/>
          <a:stretch xmlns:a="http://schemas.openxmlformats.org/drawingml/2006/main"/>
        </p:blipFill>
        <p:spPr>
          <a:xfrm xmlns:a="http://schemas.openxmlformats.org/drawingml/2006/main">
            <a:off x="1028700" y="1028700"/>
            <a:ext cx="4895850" cy="4895850"/>
          </a:xfrm>
          <a:prstGeom xmlns:a="http://schemas.openxmlformats.org/drawingml/2006/main" prst="rect">
            <a:avLst/>
          </a:prstGeom>
        </p:spPr>
      </p:pic>
      <p:sp>
        <p:nvSpPr>
          <p:cNvPr id="3" name="02 Main photo | caption">
            <a:extLst xmlns:a="http://schemas.openxmlformats.org/drawingml/2006/main">
              <a:ext uri="{FF2B5EF4-FFF2-40B4-BE49-F238E27FC236}">
                <a16:creationId xmlns:a16="http://schemas.microsoft.com/office/drawing/2014/main" id="{08F951FB-7E9F-42FB-8971-08802617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19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  <p:sp>
        <p:nvSpPr>
          <p:cNvPr id="4" name="02 Secondary photo | paper mat">
            <a:extLst xmlns:a="http://schemas.openxmlformats.org/drawingml/2006/main">
              <a:ext uri="{FF2B5EF4-FFF2-40B4-BE49-F238E27FC236}">
                <a16:creationId xmlns:a16="http://schemas.microsoft.com/office/drawing/2014/main" id="{F72B8852-67C4-4F2C-83A8-C0BA7FFC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36385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FB2A3-7825-4387-84C5-05F36BA5B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8cc6179f549bc"/>
          <a:stretch xmlns:a="http://schemas.openxmlformats.org/drawingml/2006/main"/>
        </p:blipFill>
        <p:spPr>
          <a:xfrm xmlns:a="http://schemas.openxmlformats.org/drawingml/2006/main">
            <a:off x="7591425" y="2800350"/>
            <a:ext cx="2781300" cy="2781300"/>
          </a:xfrm>
          <a:prstGeom xmlns:a="http://schemas.openxmlformats.org/drawingml/2006/main" prst="rect">
            <a:avLst/>
          </a:prstGeom>
        </p:spPr>
      </p:pic>
      <p:sp>
        <p:nvSpPr>
          <p:cNvPr id="6" name="02 Secondary photo | caption">
            <a:extLst xmlns:a="http://schemas.openxmlformats.org/drawingml/2006/main">
              <a:ext uri="{FF2B5EF4-FFF2-40B4-BE49-F238E27FC236}">
                <a16:creationId xmlns:a16="http://schemas.microsoft.com/office/drawing/2014/main" id="{B9317334-4DAC-4EB3-B26F-BBAB16CB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816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애플파이</a:t>
            </a:r>
          </a:p>
        </p:txBody>
      </p:sp>
      <p:sp>
        <p:nvSpPr>
          <p:cNvPr id="7" name="02 Photo set | alignment rule">
            <a:extLst xmlns:a="http://schemas.openxmlformats.org/drawingml/2006/main">
              <a:ext uri="{FF2B5EF4-FFF2-40B4-BE49-F238E27FC236}">
                <a16:creationId xmlns:a16="http://schemas.microsoft.com/office/drawing/2014/main" id="{6698A642-5835-478B-8C92-7AF80E91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2 Photo set | saffron marker">
            <a:extLst xmlns:a="http://schemas.openxmlformats.org/drawingml/2006/main">
              <a:ext uri="{FF2B5EF4-FFF2-40B4-BE49-F238E27FC236}">
                <a16:creationId xmlns:a16="http://schemas.microsoft.com/office/drawing/2014/main" id="{DF3E0FFD-BAE5-4B3C-A128-66A8A4C7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457325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9845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3 Process | connector rule">
            <a:extLst xmlns:a="http://schemas.openxmlformats.org/drawingml/2006/main">
              <a:ext uri="{FF2B5EF4-FFF2-40B4-BE49-F238E27FC236}">
                <a16:creationId xmlns:a16="http://schemas.microsoft.com/office/drawing/2014/main" id="{3D249210-722A-47C3-928D-1DD21B6A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81125"/>
            <a:ext cx="190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3 Step 01 | number">
            <a:extLst xmlns:a="http://schemas.openxmlformats.org/drawingml/2006/main">
              <a:ext uri="{FF2B5EF4-FFF2-40B4-BE49-F238E27FC236}">
                <a16:creationId xmlns:a16="http://schemas.microsoft.com/office/drawing/2014/main" id="{4F85CB80-A9F7-4B2B-A605-88ABC45A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03 Step 01 | saffron marker">
            <a:extLst xmlns:a="http://schemas.openxmlformats.org/drawingml/2006/main">
              <a:ext uri="{FF2B5EF4-FFF2-40B4-BE49-F238E27FC236}">
                <a16:creationId xmlns:a16="http://schemas.microsoft.com/office/drawing/2014/main" id="{767E55AD-57D3-447B-B765-C1EE964B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526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3 Step 01 | title">
            <a:extLst xmlns:a="http://schemas.openxmlformats.org/drawingml/2006/main">
              <a:ext uri="{FF2B5EF4-FFF2-40B4-BE49-F238E27FC236}">
                <a16:creationId xmlns:a16="http://schemas.microsoft.com/office/drawing/2014/main" id="{16A87596-6F3C-43B5-98F6-9B259F54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001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누르기</a:t>
            </a:r>
          </a:p>
        </p:txBody>
      </p:sp>
      <p:sp>
        <p:nvSpPr>
          <p:cNvPr id="5" name="03 Step 01 | instruction">
            <a:extLst xmlns:a="http://schemas.openxmlformats.org/drawingml/2006/main">
              <a:ext uri="{FF2B5EF4-FFF2-40B4-BE49-F238E27FC236}">
                <a16:creationId xmlns:a16="http://schemas.microsoft.com/office/drawing/2014/main" id="{BF5BAF50-DAF3-4B08-8EF6-C63F79AE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192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마우스 버튼을 누릅니다.</a:t>
            </a:r>
          </a:p>
        </p:txBody>
      </p:sp>
      <p:sp>
        <p:nvSpPr>
          <p:cNvPr id="6" name="03 Step 02 | number">
            <a:extLst xmlns:a="http://schemas.openxmlformats.org/drawingml/2006/main">
              <a:ext uri="{FF2B5EF4-FFF2-40B4-BE49-F238E27FC236}">
                <a16:creationId xmlns:a16="http://schemas.microsoft.com/office/drawing/2014/main" id="{0BAA1FF4-FBF8-483F-A634-30AEACAF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7" name="03 Step 02 | saffron marker">
            <a:extLst xmlns:a="http://schemas.openxmlformats.org/drawingml/2006/main">
              <a:ext uri="{FF2B5EF4-FFF2-40B4-BE49-F238E27FC236}">
                <a16:creationId xmlns:a16="http://schemas.microsoft.com/office/drawing/2014/main" id="{305DA66A-E008-44E5-90EA-A67DA833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3 Step 02 | title">
            <a:extLst xmlns:a="http://schemas.openxmlformats.org/drawingml/2006/main">
              <a:ext uri="{FF2B5EF4-FFF2-40B4-BE49-F238E27FC236}">
                <a16:creationId xmlns:a16="http://schemas.microsoft.com/office/drawing/2014/main" id="{7BB5A74E-3452-4DB5-B467-894DE593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193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왕복해서 자르기</a:t>
            </a:r>
          </a:p>
        </p:txBody>
      </p:sp>
      <p:sp>
        <p:nvSpPr>
          <p:cNvPr id="9" name="03 Step 02 | instruction">
            <a:extLst xmlns:a="http://schemas.openxmlformats.org/drawingml/2006/main">
              <a:ext uri="{FF2B5EF4-FFF2-40B4-BE49-F238E27FC236}">
                <a16:creationId xmlns:a16="http://schemas.microsoft.com/office/drawing/2014/main" id="{C387DFF1-679F-469B-A509-BFCBE45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384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누른 채 위아래로 한 번 왕복하면 절단 1회로 인정합니다.</a:t>
            </a:r>
          </a:p>
        </p:txBody>
      </p:sp>
      <p:sp>
        <p:nvSpPr>
          <p:cNvPr id="10" name="03 Step 03 | number">
            <a:extLst xmlns:a="http://schemas.openxmlformats.org/drawingml/2006/main">
              <a:ext uri="{FF2B5EF4-FFF2-40B4-BE49-F238E27FC236}">
                <a16:creationId xmlns:a16="http://schemas.microsoft.com/office/drawing/2014/main" id="{FE8E76D1-2424-4C6F-9504-2858A0B4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1" name="03 Step 03 | saffron marker">
            <a:extLst xmlns:a="http://schemas.openxmlformats.org/drawingml/2006/main">
              <a:ext uri="{FF2B5EF4-FFF2-40B4-BE49-F238E27FC236}">
                <a16:creationId xmlns:a16="http://schemas.microsoft.com/office/drawing/2014/main" id="{5A16EBDA-099D-44E3-80D6-48E31009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3 Step 03 | title">
            <a:extLst xmlns:a="http://schemas.openxmlformats.org/drawingml/2006/main">
              <a:ext uri="{FF2B5EF4-FFF2-40B4-BE49-F238E27FC236}">
                <a16:creationId xmlns:a16="http://schemas.microsoft.com/office/drawing/2014/main" id="{67550E3B-26F5-4D62-929B-BA11C8B6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385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놓기</a:t>
            </a:r>
          </a:p>
        </p:txBody>
      </p:sp>
      <p:sp>
        <p:nvSpPr>
          <p:cNvPr id="13" name="03 Step 03 | instruction">
            <a:extLst xmlns:a="http://schemas.openxmlformats.org/drawingml/2006/main">
              <a:ext uri="{FF2B5EF4-FFF2-40B4-BE49-F238E27FC236}">
                <a16:creationId xmlns:a16="http://schemas.microsoft.com/office/drawing/2014/main" id="{03251AC3-A562-4162-B969-C1602F51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놓을 수 있습니다. 다음 절단에서 다시 누릅니다.</a:t>
            </a:r>
          </a:p>
        </p:txBody>
      </p:sp>
      <p:sp>
        <p:nvSpPr>
          <p:cNvPr id="14" name="03 Result strip | paper field">
            <a:extLst xmlns:a="http://schemas.openxmlformats.org/drawingml/2006/main">
              <a:ext uri="{FF2B5EF4-FFF2-40B4-BE49-F238E27FC236}">
                <a16:creationId xmlns:a16="http://schemas.microsoft.com/office/drawing/2014/main" id="{E533E4EB-657E-4F72-BC33-4249912E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 Result strip | cuts number">
            <a:extLst xmlns:a="http://schemas.openxmlformats.org/drawingml/2006/main">
              <a:ext uri="{FF2B5EF4-FFF2-40B4-BE49-F238E27FC236}">
                <a16:creationId xmlns:a16="http://schemas.microsoft.com/office/drawing/2014/main" id="{273D88A6-A288-417D-8CF8-CB531FAB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03 Result strip | cuts label">
            <a:extLst xmlns:a="http://schemas.openxmlformats.org/drawingml/2006/main">
              <a:ext uri="{FF2B5EF4-FFF2-40B4-BE49-F238E27FC236}">
                <a16:creationId xmlns:a16="http://schemas.microsoft.com/office/drawing/2014/main" id="{E7E78861-0AB3-4F5B-803C-D62C77A5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회 절단</a:t>
            </a:r>
          </a:p>
        </p:txBody>
      </p:sp>
      <p:sp>
        <p:nvSpPr>
          <p:cNvPr id="17" name="03 Result strip | divider">
            <a:extLst xmlns:a="http://schemas.openxmlformats.org/drawingml/2006/main">
              <a:ext uri="{FF2B5EF4-FFF2-40B4-BE49-F238E27FC236}">
                <a16:creationId xmlns:a16="http://schemas.microsoft.com/office/drawing/2014/main" id="{6C9C1BE5-3620-4502-876B-003DA5CE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143500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3 Result strip | pieces number">
            <a:extLst xmlns:a="http://schemas.openxmlformats.org/drawingml/2006/main">
              <a:ext uri="{FF2B5EF4-FFF2-40B4-BE49-F238E27FC236}">
                <a16:creationId xmlns:a16="http://schemas.microsoft.com/office/drawing/2014/main" id="{97B52FCC-F1AA-48D3-859F-B2C32467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9" name="03 Result strip | pieces label">
            <a:extLst xmlns:a="http://schemas.openxmlformats.org/drawingml/2006/main">
              <a:ext uri="{FF2B5EF4-FFF2-40B4-BE49-F238E27FC236}">
                <a16:creationId xmlns:a16="http://schemas.microsoft.com/office/drawing/2014/main" id="{39D4C6B1-BEED-4007-A96A-E864FAE2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38750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조각 완성</a:t>
            </a:r>
          </a:p>
        </p:txBody>
      </p:sp>
    </p:spTree>
    <p:extLst>
      <p:ext uri="{BB962C8B-B14F-4D97-AF65-F5344CB8AC3E}">
        <p14:creationId xmlns:p14="http://schemas.microsoft.com/office/powerpoint/2010/main" val="422608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4 Rules | display title">
            <a:extLst xmlns:a="http://schemas.openxmlformats.org/drawingml/2006/main">
              <a:ext uri="{FF2B5EF4-FFF2-40B4-BE49-F238E27FC236}">
                <a16:creationId xmlns:a16="http://schemas.microsoft.com/office/drawing/2014/main" id="{91429017-0D7E-4FE9-94BD-C94E5E54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RULES</a:t>
            </a:r>
          </a:p>
        </p:txBody>
      </p:sp>
      <p:sp>
        <p:nvSpPr>
          <p:cNvPr id="2" name="04 Rules | title rule">
            <a:extLst xmlns:a="http://schemas.openxmlformats.org/drawingml/2006/main">
              <a:ext uri="{FF2B5EF4-FFF2-40B4-BE49-F238E27FC236}">
                <a16:creationId xmlns:a16="http://schemas.microsoft.com/office/drawing/2014/main" id="{8512392A-8846-44A3-9EB4-FECADDC5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573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4 Rules | saffron marker">
            <a:extLst xmlns:a="http://schemas.openxmlformats.org/drawingml/2006/main">
              <a:ext uri="{FF2B5EF4-FFF2-40B4-BE49-F238E27FC236}">
                <a16:creationId xmlns:a16="http://schemas.microsoft.com/office/drawing/2014/main" id="{E29D1296-D9FF-47A3-AEDD-CDA9F800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12001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59F01-BB26-4B38-9B81-43FA63118DB7}"/>
              </a:ext>
            </a:extLst>
          </p:cNvPr>
          <p:cNvGraphicFramePr/>
          <p:nvPr/>
        </p:nvGraphicFramePr>
        <p:xfrm>
          <a:off xmlns:a="http://schemas.openxmlformats.org/drawingml/2006/main" x="952500" y="1638300"/>
          <a:ext xmlns:a="http://schemas.openxmlformats.org/drawingml/2006/main" cx="1028700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86250"/>
                <a:gridCol w="6000750"/>
              </a:tblGrid>
              <a:tr h="552450"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493C34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493C34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세로 왕복 1회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1회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짧은 움직임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무시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잘못된 방향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미인정, 10점 차감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0점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고기로 재시작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</a:tbl>
          </a:graphicData>
        </a:graphic>
      </p:graphicFrame>
      <p:sp>
        <p:nvSpPr>
          <p:cNvPr id="5" name="04 Rules | row divider 230">
            <a:extLst xmlns:a="http://schemas.openxmlformats.org/drawingml/2006/main">
              <a:ext uri="{FF2B5EF4-FFF2-40B4-BE49-F238E27FC236}">
                <a16:creationId xmlns:a16="http://schemas.microsoft.com/office/drawing/2014/main" id="{01A8D2A3-E161-4DF7-A2E6-C2B96294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4 Rules | row divider 304">
            <a:extLst xmlns:a="http://schemas.openxmlformats.org/drawingml/2006/main">
              <a:ext uri="{FF2B5EF4-FFF2-40B4-BE49-F238E27FC236}">
                <a16:creationId xmlns:a16="http://schemas.microsoft.com/office/drawing/2014/main" id="{9A5D11A5-863C-4088-B7B5-CA8C6558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04 Rules | row divider 378">
            <a:extLst xmlns:a="http://schemas.openxmlformats.org/drawingml/2006/main">
              <a:ext uri="{FF2B5EF4-FFF2-40B4-BE49-F238E27FC236}">
                <a16:creationId xmlns:a16="http://schemas.microsoft.com/office/drawing/2014/main" id="{72AD5140-E5AC-4C5C-9C18-2DB74D33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4 Rules | row divider 452">
            <a:extLst xmlns:a="http://schemas.openxmlformats.org/drawingml/2006/main">
              <a:ext uri="{FF2B5EF4-FFF2-40B4-BE49-F238E27FC236}">
                <a16:creationId xmlns:a16="http://schemas.microsoft.com/office/drawing/2014/main" id="{A7597E5A-8789-4884-AE15-4EC38C53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4 Rules | row divider 526">
            <a:extLst xmlns:a="http://schemas.openxmlformats.org/drawingml/2006/main">
              <a:ext uri="{FF2B5EF4-FFF2-40B4-BE49-F238E27FC236}">
                <a16:creationId xmlns:a16="http://schemas.microsoft.com/office/drawing/2014/main" id="{94353C63-A2DA-4375-81EA-5F03AC31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4 Rules | mask left table edge header">
            <a:extLst xmlns:a="http://schemas.openxmlformats.org/drawingml/2006/main">
              <a:ext uri="{FF2B5EF4-FFF2-40B4-BE49-F238E27FC236}">
                <a16:creationId xmlns:a16="http://schemas.microsoft.com/office/drawing/2014/main" id="{76854921-849A-410F-B9AD-A9E1457C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04 Rules | mask left table edge body">
            <a:extLst xmlns:a="http://schemas.openxmlformats.org/drawingml/2006/main">
              <a:ext uri="{FF2B5EF4-FFF2-40B4-BE49-F238E27FC236}">
                <a16:creationId xmlns:a16="http://schemas.microsoft.com/office/drawing/2014/main" id="{1629C9EA-D5CD-4080-86E8-F51BC0AB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90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4 Rules | mask column divider header">
            <a:extLst xmlns:a="http://schemas.openxmlformats.org/drawingml/2006/main">
              <a:ext uri="{FF2B5EF4-FFF2-40B4-BE49-F238E27FC236}">
                <a16:creationId xmlns:a16="http://schemas.microsoft.com/office/drawing/2014/main" id="{394C6EAD-C66E-4EA7-87A4-CD546AB1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383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4 Rules | mask column divider body">
            <a:extLst xmlns:a="http://schemas.openxmlformats.org/drawingml/2006/main">
              <a:ext uri="{FF2B5EF4-FFF2-40B4-BE49-F238E27FC236}">
                <a16:creationId xmlns:a16="http://schemas.microsoft.com/office/drawing/2014/main" id="{3B14146A-C3B7-4832-8D50-E266E212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190750"/>
            <a:ext cx="190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4 Rules | mask right table edge header">
            <a:extLst xmlns:a="http://schemas.openxmlformats.org/drawingml/2006/main">
              <a:ext uri="{FF2B5EF4-FFF2-40B4-BE49-F238E27FC236}">
                <a16:creationId xmlns:a16="http://schemas.microsoft.com/office/drawing/2014/main" id="{5985FAC7-4E50-4E2B-8E52-921EDCB0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6383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4 Rules | mask right table edge body">
            <a:extLst xmlns:a="http://schemas.openxmlformats.org/drawingml/2006/main">
              <a:ext uri="{FF2B5EF4-FFF2-40B4-BE49-F238E27FC236}">
                <a16:creationId xmlns:a16="http://schemas.microsoft.com/office/drawing/2014/main" id="{EB9D61C3-45AC-48E8-9C13-20136080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190750"/>
            <a:ext cx="190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04 Rules | mask top table edge">
            <a:extLst xmlns:a="http://schemas.openxmlformats.org/drawingml/2006/main">
              <a:ext uri="{FF2B5EF4-FFF2-40B4-BE49-F238E27FC236}">
                <a16:creationId xmlns:a16="http://schemas.microsoft.com/office/drawing/2014/main" id="{3B1F2BB3-3DF2-48B5-963F-DBDFC673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04 Rules | mask bottom table edge">
            <a:extLst xmlns:a="http://schemas.openxmlformats.org/drawingml/2006/main">
              <a:ext uri="{FF2B5EF4-FFF2-40B4-BE49-F238E27FC236}">
                <a16:creationId xmlns:a16="http://schemas.microsoft.com/office/drawing/2014/main" id="{34CECB21-2B77-42E3-85D9-7BE8FBFD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4 Rules | caveat">
            <a:extLst xmlns:a="http://schemas.openxmlformats.org/drawingml/2006/main">
              <a:ext uri="{FF2B5EF4-FFF2-40B4-BE49-F238E27FC236}">
                <a16:creationId xmlns:a16="http://schemas.microsoft.com/office/drawing/2014/main" id="{CE00D6E9-1657-4531-988C-686E0916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시작 점수 30점. 수치는 개인 설계의 임시값입니다.</a:t>
            </a:r>
          </a:p>
        </p:txBody>
      </p:sp>
    </p:spTree>
    <p:extLst>
      <p:ext uri="{BB962C8B-B14F-4D97-AF65-F5344CB8AC3E}">
        <p14:creationId xmlns:p14="http://schemas.microsoft.com/office/powerpoint/2010/main" val="1584093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5 Before | header tag">
            <a:extLst xmlns:a="http://schemas.openxmlformats.org/drawingml/2006/main">
              <a:ext uri="{FF2B5EF4-FFF2-40B4-BE49-F238E27FC236}">
                <a16:creationId xmlns:a16="http://schemas.microsoft.com/office/drawing/2014/main" id="{EA9CD59A-3EF8-4FBF-A3B9-CE952306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5 Before | header">
            <a:extLst xmlns:a="http://schemas.openxmlformats.org/drawingml/2006/main">
              <a:ext uri="{FF2B5EF4-FFF2-40B4-BE49-F238E27FC236}">
                <a16:creationId xmlns:a16="http://schemas.microsoft.com/office/drawing/2014/main" id="{D8223FD8-922C-42D6-B6EC-F5820A92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전</a:t>
            </a:r>
          </a:p>
        </p:txBody>
      </p:sp>
      <p:sp>
        <p:nvSpPr>
          <p:cNvPr id="3" name="05 Before | paper field">
            <a:extLst xmlns:a="http://schemas.openxmlformats.org/drawingml/2006/main">
              <a:ext uri="{FF2B5EF4-FFF2-40B4-BE49-F238E27FC236}">
                <a16:creationId xmlns:a16="http://schemas.microsoft.com/office/drawing/2014/main" id="{EFD76397-10AB-48D0-9A3E-7A4F5994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5 Before | copy">
            <a:extLst xmlns:a="http://schemas.openxmlformats.org/drawingml/2006/main">
              <a:ext uri="{FF2B5EF4-FFF2-40B4-BE49-F238E27FC236}">
                <a16:creationId xmlns:a16="http://schemas.microsoft.com/office/drawing/2014/main" id="{FCB03F09-8CA5-4EED-98C9-65A7A2A9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마우스 버튼을 오래 누르는 것이 불편했습니다.</a:t>
            </a:r>
          </a:p>
        </p:txBody>
      </p:sp>
      <p:sp>
        <p:nvSpPr>
          <p:cNvPr id="5" name="05 After | header tag">
            <a:extLst xmlns:a="http://schemas.openxmlformats.org/drawingml/2006/main">
              <a:ext uri="{FF2B5EF4-FFF2-40B4-BE49-F238E27FC236}">
                <a16:creationId xmlns:a16="http://schemas.microsoft.com/office/drawing/2014/main" id="{BD322CD2-8B4F-497D-BA9A-34863A18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5 After | header">
            <a:extLst xmlns:a="http://schemas.openxmlformats.org/drawingml/2006/main">
              <a:ext uri="{FF2B5EF4-FFF2-40B4-BE49-F238E27FC236}">
                <a16:creationId xmlns:a16="http://schemas.microsoft.com/office/drawing/2014/main" id="{C8891687-CE20-4962-9DFC-EB26183E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후</a:t>
            </a:r>
          </a:p>
        </p:txBody>
      </p:sp>
      <p:sp>
        <p:nvSpPr>
          <p:cNvPr id="7" name="05 After | paper field">
            <a:extLst xmlns:a="http://schemas.openxmlformats.org/drawingml/2006/main">
              <a:ext uri="{FF2B5EF4-FFF2-40B4-BE49-F238E27FC236}">
                <a16:creationId xmlns:a16="http://schemas.microsoft.com/office/drawing/2014/main" id="{0FB4D88E-1D76-4050-9B6A-ECEB6FCF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5 After | copy">
            <a:extLst xmlns:a="http://schemas.openxmlformats.org/drawingml/2006/main">
              <a:ext uri="{FF2B5EF4-FFF2-40B4-BE49-F238E27FC236}">
                <a16:creationId xmlns:a16="http://schemas.microsoft.com/office/drawing/2014/main" id="{06505C90-115E-4900-8DDB-B9783992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절단마다 버튼을 놓을 수 있게 했습니다.</a:t>
            </a:r>
          </a:p>
        </p:txBody>
      </p:sp>
      <p:sp>
        <p:nvSpPr>
          <p:cNvPr id="9" name="05 Metric | horizontal rule">
            <a:extLst xmlns:a="http://schemas.openxmlformats.org/drawingml/2006/main">
              <a:ext uri="{FF2B5EF4-FFF2-40B4-BE49-F238E27FC236}">
                <a16:creationId xmlns:a16="http://schemas.microsoft.com/office/drawing/2014/main" id="{6E3A19CE-B616-448B-B310-F9D5F510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21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5 Metric | numeral">
            <a:extLst xmlns:a="http://schemas.openxmlformats.org/drawingml/2006/main">
              <a:ext uri="{FF2B5EF4-FFF2-40B4-BE49-F238E27FC236}">
                <a16:creationId xmlns:a16="http://schemas.microsoft.com/office/drawing/2014/main" id="{B5941499-33D1-4482-B6E6-870BC38E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72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2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52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1" name="05 Metric | Korean unit">
            <a:extLst xmlns:a="http://schemas.openxmlformats.org/drawingml/2006/main">
              <a:ext uri="{FF2B5EF4-FFF2-40B4-BE49-F238E27FC236}">
                <a16:creationId xmlns:a16="http://schemas.microsoft.com/office/drawing/2014/main" id="{DFD99D0B-1062-499D-9BD3-762029F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8147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번의 절단</a:t>
            </a:r>
          </a:p>
        </p:txBody>
      </p:sp>
      <p:sp>
        <p:nvSpPr>
          <p:cNvPr id="12" name="05 Caveat">
            <a:extLst xmlns:a="http://schemas.openxmlformats.org/drawingml/2006/main">
              <a:ext uri="{FF2B5EF4-FFF2-40B4-BE49-F238E27FC236}">
                <a16:creationId xmlns:a16="http://schemas.microsoft.com/office/drawing/2014/main" id="{814530A0-0FBD-44B6-BE5C-0B3E3085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반복 주문에서의 피로감은 추가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882452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2026-10-09T05:12:53.3740000Z</dcterms:created>
  <dcterms:modified xsi:type="dcterms:W3CDTF">2026-10-09T05:12:53.3740000Z</dcterms:modified>
</coreProperties>
</file>