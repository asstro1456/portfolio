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dc41b9b5bd44eb4" /><Relationship Type="http://schemas.openxmlformats.org/officeDocument/2006/relationships/extended-properties" Target="/docProps/app.xml" Id="R8a7d4559f3d0447b" /><Relationship Type="http://schemas.openxmlformats.org/officeDocument/2006/relationships/officeDocument" Target="/ppt/presentation.xml" Id="R5834082238ba4b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75d74d22964129"/>
  </p:sldMasterIdLst>
  <p:notesMasterIdLst>
    <p:notesMasterId xmlns:r="http://schemas.openxmlformats.org/officeDocument/2006/relationships" r:id="R42d5802327d34d48"/>
  </p:notesMasterIdLst>
  <p:sldIdLst>
    <p:sldId xmlns:r="http://schemas.openxmlformats.org/officeDocument/2006/relationships" id="256" r:id="R2f0699111eb34398"/>
    <p:sldId xmlns:r="http://schemas.openxmlformats.org/officeDocument/2006/relationships" id="257" r:id="R26d7d3addff84812"/>
    <p:sldId xmlns:r="http://schemas.openxmlformats.org/officeDocument/2006/relationships" id="258" r:id="R3cbcc902a61b4d44"/>
    <p:sldId xmlns:r="http://schemas.openxmlformats.org/officeDocument/2006/relationships" id="259" r:id="R56b0e2fdfec84e67"/>
    <p:sldId xmlns:r="http://schemas.openxmlformats.org/officeDocument/2006/relationships" id="260" r:id="R787dcca1b73149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aa60a763a6c49fb" /><Relationship Type="http://schemas.openxmlformats.org/officeDocument/2006/relationships/slideMaster" Target="/ppt/slideMasters/slideMaster1.xml" Id="R9775d74d22964129" /><Relationship Type="http://schemas.openxmlformats.org/officeDocument/2006/relationships/notesMaster" Target="/ppt/notesMasters/notesMaster1.xml" Id="R42d5802327d34d48" /><Relationship Type="http://schemas.openxmlformats.org/officeDocument/2006/relationships/presProps" Target="/ppt/presProps.xml" Id="R1783906b69f34c92" /><Relationship Type="http://schemas.openxmlformats.org/officeDocument/2006/relationships/tableStyles" Target="/ppt/tableStyles.xml" Id="R680e9b0ff91b460c" /><Relationship Type="http://schemas.openxmlformats.org/officeDocument/2006/relationships/slide" Target="/ppt/slides/slide1.xml" Id="R2f0699111eb34398" /><Relationship Type="http://schemas.openxmlformats.org/officeDocument/2006/relationships/slide" Target="/ppt/slides/slide2.xml" Id="R26d7d3addff84812" /><Relationship Type="http://schemas.openxmlformats.org/officeDocument/2006/relationships/slide" Target="/ppt/slides/slide3.xml" Id="R3cbcc902a61b4d44" /><Relationship Type="http://schemas.openxmlformats.org/officeDocument/2006/relationships/slide" Target="/ppt/slides/slide4.xml" Id="R56b0e2fdfec84e67" /><Relationship Type="http://schemas.openxmlformats.org/officeDocument/2006/relationships/slide" Target="/ppt/slides/slide5.xml" Id="R787dcca1b73149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f4a5a6c59845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1c4923bf124d1e" /><Relationship Type="http://schemas.openxmlformats.org/officeDocument/2006/relationships/notesMaster" Target="/ppt/notesMasters/notesMaster1.xml" Id="R8e2b5739ee4e483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d996a084e94abb" /><Relationship Type="http://schemas.openxmlformats.org/officeDocument/2006/relationships/notesMaster" Target="/ppt/notesMasters/notesMaster1.xml" Id="R1d0455728bbb4f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de343629bb4df4" /><Relationship Type="http://schemas.openxmlformats.org/officeDocument/2006/relationships/notesMaster" Target="/ppt/notesMasters/notesMaster1.xml" Id="Rb870b6786c5e42d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b9bc5463a1414c" /><Relationship Type="http://schemas.openxmlformats.org/officeDocument/2006/relationships/notesMaster" Target="/ppt/notesMasters/notesMaster1.xml" Id="Re35b1b1be42049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aee73d00964d69" /><Relationship Type="http://schemas.openxmlformats.org/officeDocument/2006/relationships/notesMaster" Target="/ppt/notesMasters/notesMaster1.xml" Id="R1e450df644e341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4698c7a5d649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8ef4bfcefc495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955484012a4cd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393178761f4e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54323b3d2e40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d87e3762a042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A9A6EC-ECDD-4AA5-A1E3-AC5C6F9099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E581E12-BE4D-46FB-8C94-A416212A8C8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C5AC541-00C5-491B-9D71-5820F5975D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71EF5E1-7722-4F81-8584-F3B3E1BAA39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F2C72F4-6D7D-455A-B4D4-7096557F80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94BFDD2-6DB4-45C5-B1DB-1862BA632C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38C9240-A1CB-4E1E-B209-C04DEFCA05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58F1D16-B80E-44C2-A7A7-7EE33BAE35B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1F8658-7C5F-40DE-94BB-9448CDCC9C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9A751F6-17F1-4C18-9CFE-0AB6848916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ed8c53b4a843fe" /><Relationship Type="http://schemas.openxmlformats.org/officeDocument/2006/relationships/slideLayout" Target="/ppt/slideLayouts/slideLayout1.xml" Id="R313af28862824a54" /><Relationship Type="http://schemas.openxmlformats.org/officeDocument/2006/relationships/slideLayout" Target="/ppt/slideLayouts/slideLayout2.xml" Id="Re6b456dae8f84788" /><Relationship Type="http://schemas.openxmlformats.org/officeDocument/2006/relationships/slideLayout" Target="/ppt/slideLayouts/slideLayout3.xml" Id="R58caccae2f38448a" /><Relationship Type="http://schemas.openxmlformats.org/officeDocument/2006/relationships/slideLayout" Target="/ppt/slideLayouts/slideLayout4.xml" Id="Rfbcab181c6044a8c" /><Relationship Type="http://schemas.openxmlformats.org/officeDocument/2006/relationships/slideLayout" Target="/ppt/slideLayouts/slideLayout5.xml" Id="Rf8b2f1a4d62840ec" /><Relationship Type="http://schemas.openxmlformats.org/officeDocument/2006/relationships/slideLayout" Target="/ppt/slideLayouts/slideLayout6.xml" Id="R9e8464229d5d441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3af28862824a54"/>
    <p:sldLayoutId xmlns:r="http://schemas.openxmlformats.org/officeDocument/2006/relationships" id="2147483650" r:id="Re6b456dae8f84788"/>
    <p:sldLayoutId xmlns:r="http://schemas.openxmlformats.org/officeDocument/2006/relationships" id="2147483651" r:id="R58caccae2f38448a"/>
    <p:sldLayoutId xmlns:r="http://schemas.openxmlformats.org/officeDocument/2006/relationships" id="2147483652" r:id="Rfbcab181c6044a8c"/>
    <p:sldLayoutId xmlns:r="http://schemas.openxmlformats.org/officeDocument/2006/relationships" id="2147483653" r:id="Rf8b2f1a4d62840ec"/>
    <p:sldLayoutId xmlns:r="http://schemas.openxmlformats.org/officeDocument/2006/relationships" id="2147483654" r:id="R9e8464229d5d441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5a162ce1f24593" /><Relationship Type="http://schemas.openxmlformats.org/officeDocument/2006/relationships/notesSlide" Target="/ppt/notesSlides/notesSlide1.xml" Id="R4fc5204d980a42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bdb5e675e34a9e" /><Relationship Type="http://schemas.openxmlformats.org/officeDocument/2006/relationships/image" Target="/ppt/media/image.jpeg" Id="R7dbb9e2f56ab4c81" /><Relationship Type="http://schemas.openxmlformats.org/officeDocument/2006/relationships/image" Target="/ppt/media/image2.jpeg" Id="R21bd5a8130ce452e" /><Relationship Type="http://schemas.openxmlformats.org/officeDocument/2006/relationships/notesSlide" Target="/ppt/notesSlides/notesSlide2.xml" Id="R5f9d710dd1ba43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9f8fc04f4f45be" /><Relationship Type="http://schemas.openxmlformats.org/officeDocument/2006/relationships/notesSlide" Target="/ppt/notesSlides/notesSlide3.xml" Id="R30fc1684bbcf47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13695d4ddc4879" /><Relationship Type="http://schemas.openxmlformats.org/officeDocument/2006/relationships/notesSlide" Target="/ppt/notesSlides/notesSlide4.xml" Id="R4b9e6f4b02e04f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5aeea30ae342d3" /><Relationship Type="http://schemas.openxmlformats.org/officeDocument/2006/relationships/notesSlide" Target="/ppt/notesSlides/notesSlide5.xml" Id="R40ab0e8999a442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01 Banner | brown field">
            <a:extLst xmlns:a="http://schemas.openxmlformats.org/drawingml/2006/main">
              <a:ext uri="{FF2B5EF4-FFF2-40B4-BE49-F238E27FC236}">
                <a16:creationId xmlns:a16="http://schemas.microsoft.com/office/drawing/2014/main" id="{FFD35C28-5728-4BDB-98C0-DD6DE23BC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742950"/>
            <a:ext cx="82296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01 Banner | English title">
            <a:extLst xmlns:a="http://schemas.openxmlformats.org/drawingml/2006/main">
              <a:ext uri="{FF2B5EF4-FFF2-40B4-BE49-F238E27FC236}">
                <a16:creationId xmlns:a16="http://schemas.microsoft.com/office/drawing/2014/main" id="{424505FD-5681-4440-AA3D-A2138521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914400"/>
            <a:ext cx="752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0">
                <a:solidFill>
                  <a:srgbClr val="EEE9DF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000" b="0">
                <a:solidFill>
                  <a:srgbClr val="EEE9DF"/>
                </a:solidFill>
                <a:latin typeface="Georgia"/>
                <a:ea typeface="Georgia"/>
                <a:cs typeface="Georgia"/>
              </a:defRPr>
            </a:pPr>
            <a:r>
              <a:rPr sz="3000" b="0">
                <a:solidFill>
                  <a:srgbClr val="EEE9DF"/>
                </a:solidFill>
                <a:latin typeface="Georgia"/>
                <a:ea typeface="Georgia"/>
                <a:cs typeface="Georgia"/>
              </a:rPr>
              <a:t>COOKING SYSTEM</a:t>
            </a:r>
          </a:p>
        </p:txBody>
      </p:sp>
      <p:sp>
        <p:nvSpPr>
          <p:cNvPr id="3" name="01 Banner | subtitle rule">
            <a:extLst xmlns:a="http://schemas.openxmlformats.org/drawingml/2006/main">
              <a:ext uri="{FF2B5EF4-FFF2-40B4-BE49-F238E27FC236}">
                <a16:creationId xmlns:a16="http://schemas.microsoft.com/office/drawing/2014/main" id="{8AFF8CE3-7ABD-42E3-8D54-7477C46F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495425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1 Banner | Korean subtitle">
            <a:extLst xmlns:a="http://schemas.openxmlformats.org/drawingml/2006/main">
              <a:ext uri="{FF2B5EF4-FFF2-40B4-BE49-F238E27FC236}">
                <a16:creationId xmlns:a16="http://schemas.microsoft.com/office/drawing/2014/main" id="{87FEFB5E-4843-448C-A1CD-0164FD547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383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EEE9DF"/>
                </a:solidFill>
                <a:latin typeface="Pretendard"/>
                <a:ea typeface="Pretendard"/>
                <a:cs typeface="Pretendard"/>
              </a:rPr>
              <a:t>조작과 판정</a:t>
            </a:r>
          </a:p>
        </p:txBody>
      </p:sp>
      <p:sp>
        <p:nvSpPr>
          <p:cNvPr id="5" name="01 Section | number">
            <a:extLst xmlns:a="http://schemas.openxmlformats.org/drawingml/2006/main">
              <a:ext uri="{FF2B5EF4-FFF2-40B4-BE49-F238E27FC236}">
                <a16:creationId xmlns:a16="http://schemas.microsoft.com/office/drawing/2014/main" id="{302C558F-689C-4762-B434-66B6D3BB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76650"/>
            <a:ext cx="14763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76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76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7650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6" name="01 Section | English title">
            <a:extLst xmlns:a="http://schemas.openxmlformats.org/drawingml/2006/main">
              <a:ext uri="{FF2B5EF4-FFF2-40B4-BE49-F238E27FC236}">
                <a16:creationId xmlns:a16="http://schemas.microsoft.com/office/drawing/2014/main" id="{776E3C90-637C-4F99-B7EA-C88CD89D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781425"/>
            <a:ext cx="8001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1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150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COOKING SYSTEM</a:t>
            </a:r>
          </a:p>
        </p:txBody>
      </p:sp>
      <p:sp>
        <p:nvSpPr>
          <p:cNvPr id="7" name="01 Section | title rule">
            <a:extLst xmlns:a="http://schemas.openxmlformats.org/drawingml/2006/main">
              <a:ext uri="{FF2B5EF4-FFF2-40B4-BE49-F238E27FC236}">
                <a16:creationId xmlns:a16="http://schemas.microsoft.com/office/drawing/2014/main" id="{902AB356-FC68-4488-A0E3-153D1F35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29125"/>
            <a:ext cx="5257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1 Section | saffron marker">
            <a:extLst xmlns:a="http://schemas.openxmlformats.org/drawingml/2006/main">
              <a:ext uri="{FF2B5EF4-FFF2-40B4-BE49-F238E27FC236}">
                <a16:creationId xmlns:a16="http://schemas.microsoft.com/office/drawing/2014/main" id="{784BD991-AFF0-4182-B85E-861BBB906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71975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01 Section | Korean subtitle">
            <a:extLst xmlns:a="http://schemas.openxmlformats.org/drawingml/2006/main">
              <a:ext uri="{FF2B5EF4-FFF2-40B4-BE49-F238E27FC236}">
                <a16:creationId xmlns:a16="http://schemas.microsoft.com/office/drawing/2014/main" id="{EB366FBC-54CA-4476-BF45-53F2DC312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610100"/>
            <a:ext cx="798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번의 절단을 기준으로 입력을 판정합니다</a:t>
            </a:r>
          </a:p>
        </p:txBody>
      </p:sp>
    </p:spTree>
    <p:extLst>
      <p:ext uri="{BB962C8B-B14F-4D97-AF65-F5344CB8AC3E}">
        <p14:creationId xmlns:p14="http://schemas.microsoft.com/office/powerpoint/2010/main" val="2375200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02 Main photo | paper mat">
            <a:extLst xmlns:a="http://schemas.openxmlformats.org/drawingml/2006/main">
              <a:ext uri="{FF2B5EF4-FFF2-40B4-BE49-F238E27FC236}">
                <a16:creationId xmlns:a16="http://schemas.microsoft.com/office/drawing/2014/main" id="{6D039238-5166-498D-B93A-F52FB94F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85825"/>
            <a:ext cx="523875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43E056-843D-4EA8-BA04-C05D327FD7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b9e2f56ab4c81"/>
          <a:stretch xmlns:a="http://schemas.openxmlformats.org/drawingml/2006/main"/>
        </p:blipFill>
        <p:spPr>
          <a:xfrm xmlns:a="http://schemas.openxmlformats.org/drawingml/2006/main">
            <a:off x="1028700" y="1028700"/>
            <a:ext cx="4895850" cy="4895850"/>
          </a:xfrm>
          <a:prstGeom xmlns:a="http://schemas.openxmlformats.org/drawingml/2006/main" prst="rect">
            <a:avLst/>
          </a:prstGeom>
        </p:spPr>
      </p:pic>
      <p:sp>
        <p:nvSpPr>
          <p:cNvPr id="3" name="02 Main photo | caption">
            <a:extLst xmlns:a="http://schemas.openxmlformats.org/drawingml/2006/main">
              <a:ext uri="{FF2B5EF4-FFF2-40B4-BE49-F238E27FC236}">
                <a16:creationId xmlns:a16="http://schemas.microsoft.com/office/drawing/2014/main" id="{C8DEE33A-46CC-4A75-8B7E-CCD2E19A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198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직접 만든 후쿠오카 부타동</a:t>
            </a:r>
          </a:p>
        </p:txBody>
      </p:sp>
      <p:sp>
        <p:nvSpPr>
          <p:cNvPr id="4" name="02 Secondary photo | paper mat">
            <a:extLst xmlns:a="http://schemas.openxmlformats.org/drawingml/2006/main">
              <a:ext uri="{FF2B5EF4-FFF2-40B4-BE49-F238E27FC236}">
                <a16:creationId xmlns:a16="http://schemas.microsoft.com/office/drawing/2014/main" id="{FC7ACA1D-0DC6-42A9-9D89-CEE4E9BA3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571750"/>
            <a:ext cx="363855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5C8498-4FDC-497C-B8CB-CDD520F216C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d5a8130ce452e"/>
          <a:stretch xmlns:a="http://schemas.openxmlformats.org/drawingml/2006/main"/>
        </p:blipFill>
        <p:spPr>
          <a:xfrm xmlns:a="http://schemas.openxmlformats.org/drawingml/2006/main">
            <a:off x="7591425" y="2800350"/>
            <a:ext cx="2781300" cy="2781300"/>
          </a:xfrm>
          <a:prstGeom xmlns:a="http://schemas.openxmlformats.org/drawingml/2006/main" prst="rect">
            <a:avLst/>
          </a:prstGeom>
        </p:spPr>
      </p:pic>
      <p:sp>
        <p:nvSpPr>
          <p:cNvPr id="6" name="02 Secondary photo | caption">
            <a:extLst xmlns:a="http://schemas.openxmlformats.org/drawingml/2006/main">
              <a:ext uri="{FF2B5EF4-FFF2-40B4-BE49-F238E27FC236}">
                <a16:creationId xmlns:a16="http://schemas.microsoft.com/office/drawing/2014/main" id="{F21D9343-35CD-4756-BAB7-445AFF70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5781675"/>
            <a:ext cx="3105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직접 만든 애플파이</a:t>
            </a:r>
          </a:p>
        </p:txBody>
      </p:sp>
      <p:sp>
        <p:nvSpPr>
          <p:cNvPr id="7" name="02 Photo set | alignment rule">
            <a:extLst xmlns:a="http://schemas.openxmlformats.org/drawingml/2006/main">
              <a:ext uri="{FF2B5EF4-FFF2-40B4-BE49-F238E27FC236}">
                <a16:creationId xmlns:a16="http://schemas.microsoft.com/office/drawing/2014/main" id="{68D23D05-A95F-44E5-BD86-FC2C174C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2 Photo set | saffron marker">
            <a:extLst xmlns:a="http://schemas.openxmlformats.org/drawingml/2006/main">
              <a:ext uri="{FF2B5EF4-FFF2-40B4-BE49-F238E27FC236}">
                <a16:creationId xmlns:a16="http://schemas.microsoft.com/office/drawing/2014/main" id="{5600B97E-A318-4B4E-A4D5-26EE8E8B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457325"/>
            <a:ext cx="152400" cy="15240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592410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03 Process | connector rule">
            <a:extLst xmlns:a="http://schemas.openxmlformats.org/drawingml/2006/main">
              <a:ext uri="{FF2B5EF4-FFF2-40B4-BE49-F238E27FC236}">
                <a16:creationId xmlns:a16="http://schemas.microsoft.com/office/drawing/2014/main" id="{4CA02F7F-DFE4-4977-8B30-832FCC00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381125"/>
            <a:ext cx="1905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03 Step 01 | number">
            <a:extLst xmlns:a="http://schemas.openxmlformats.org/drawingml/2006/main">
              <a:ext uri="{FF2B5EF4-FFF2-40B4-BE49-F238E27FC236}">
                <a16:creationId xmlns:a16="http://schemas.microsoft.com/office/drawing/2014/main" id="{3810FFA7-44E7-407E-BD1F-5C2C47539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906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" name="03 Step 01 | saffron marker">
            <a:extLst xmlns:a="http://schemas.openxmlformats.org/drawingml/2006/main">
              <a:ext uri="{FF2B5EF4-FFF2-40B4-BE49-F238E27FC236}">
                <a16:creationId xmlns:a16="http://schemas.microsoft.com/office/drawing/2014/main" id="{EC2D0000-9D8B-40EF-AB65-75B68F6B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526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3 Step 01 | title">
            <a:extLst xmlns:a="http://schemas.openxmlformats.org/drawingml/2006/main">
              <a:ext uri="{FF2B5EF4-FFF2-40B4-BE49-F238E27FC236}">
                <a16:creationId xmlns:a16="http://schemas.microsoft.com/office/drawing/2014/main" id="{8306E486-E837-49B2-B9AC-4EDD967D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0001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버튼 누르기</a:t>
            </a:r>
          </a:p>
        </p:txBody>
      </p:sp>
      <p:sp>
        <p:nvSpPr>
          <p:cNvPr id="5" name="03 Step 01 | instruction">
            <a:extLst xmlns:a="http://schemas.openxmlformats.org/drawingml/2006/main">
              <a:ext uri="{FF2B5EF4-FFF2-40B4-BE49-F238E27FC236}">
                <a16:creationId xmlns:a16="http://schemas.microsoft.com/office/drawing/2014/main" id="{3C0DE351-1119-436C-85F4-8165F3F1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4192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왼쪽 마우스 버튼을 누릅니다.</a:t>
            </a:r>
          </a:p>
        </p:txBody>
      </p:sp>
      <p:sp>
        <p:nvSpPr>
          <p:cNvPr id="6" name="03 Step 02 | number">
            <a:extLst xmlns:a="http://schemas.openxmlformats.org/drawingml/2006/main">
              <a:ext uri="{FF2B5EF4-FFF2-40B4-BE49-F238E27FC236}">
                <a16:creationId xmlns:a16="http://schemas.microsoft.com/office/drawing/2014/main" id="{320A7097-0B14-4D1F-86C8-AE74B4BB7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7" name="03 Step 02 | saffron marker">
            <a:extLst xmlns:a="http://schemas.openxmlformats.org/drawingml/2006/main">
              <a:ext uri="{FF2B5EF4-FFF2-40B4-BE49-F238E27FC236}">
                <a16:creationId xmlns:a16="http://schemas.microsoft.com/office/drawing/2014/main" id="{32AB691D-E158-4BD7-9185-03D2010E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718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3 Step 02 | title">
            <a:extLst xmlns:a="http://schemas.openxmlformats.org/drawingml/2006/main">
              <a:ext uri="{FF2B5EF4-FFF2-40B4-BE49-F238E27FC236}">
                <a16:creationId xmlns:a16="http://schemas.microsoft.com/office/drawing/2014/main" id="{A5AE6205-6F09-48C8-A549-9A737A3E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193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왕복해서 자르기</a:t>
            </a:r>
          </a:p>
        </p:txBody>
      </p:sp>
      <p:sp>
        <p:nvSpPr>
          <p:cNvPr id="9" name="03 Step 02 | instruction">
            <a:extLst xmlns:a="http://schemas.openxmlformats.org/drawingml/2006/main">
              <a:ext uri="{FF2B5EF4-FFF2-40B4-BE49-F238E27FC236}">
                <a16:creationId xmlns:a16="http://schemas.microsoft.com/office/drawing/2014/main" id="{BDED8F5A-B432-4C52-A1F6-970BB5308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6384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누른 채 위아래로 한 번 왕복하면 절단 1회로 인정합니다.</a:t>
            </a:r>
          </a:p>
        </p:txBody>
      </p:sp>
      <p:sp>
        <p:nvSpPr>
          <p:cNvPr id="10" name="03 Step 03 | number">
            <a:extLst xmlns:a="http://schemas.openxmlformats.org/drawingml/2006/main">
              <a:ext uri="{FF2B5EF4-FFF2-40B4-BE49-F238E27FC236}">
                <a16:creationId xmlns:a16="http://schemas.microsoft.com/office/drawing/2014/main" id="{DEA9C6FE-8C43-4336-B014-DC2459789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22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225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1" name="03 Step 03 | saffron marker">
            <a:extLst xmlns:a="http://schemas.openxmlformats.org/drawingml/2006/main">
              <a:ext uri="{FF2B5EF4-FFF2-40B4-BE49-F238E27FC236}">
                <a16:creationId xmlns:a16="http://schemas.microsoft.com/office/drawing/2014/main" id="{553C1718-B713-4930-B20A-284E26C9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9100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03 Step 03 | title">
            <a:extLst xmlns:a="http://schemas.openxmlformats.org/drawingml/2006/main">
              <a:ext uri="{FF2B5EF4-FFF2-40B4-BE49-F238E27FC236}">
                <a16:creationId xmlns:a16="http://schemas.microsoft.com/office/drawing/2014/main" id="{0C908FF6-2A9D-4B3F-BAD7-941808CD1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38525"/>
            <a:ext cx="828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7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버튼 놓기</a:t>
            </a:r>
          </a:p>
        </p:txBody>
      </p:sp>
      <p:sp>
        <p:nvSpPr>
          <p:cNvPr id="13" name="03 Step 03 | instruction">
            <a:extLst xmlns:a="http://schemas.openxmlformats.org/drawingml/2006/main">
              <a:ext uri="{FF2B5EF4-FFF2-40B4-BE49-F238E27FC236}">
                <a16:creationId xmlns:a16="http://schemas.microsoft.com/office/drawing/2014/main" id="{22C11459-CD35-4405-93F9-AA2B983CF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857625"/>
            <a:ext cx="885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 자른 뒤 놓을 수 있습니다. 다음 절단에서 다시 누릅니다.</a:t>
            </a:r>
          </a:p>
        </p:txBody>
      </p:sp>
      <p:sp>
        <p:nvSpPr>
          <p:cNvPr id="14" name="03 Result strip | paper field">
            <a:extLst xmlns:a="http://schemas.openxmlformats.org/drawingml/2006/main">
              <a:ext uri="{FF2B5EF4-FFF2-40B4-BE49-F238E27FC236}">
                <a16:creationId xmlns:a16="http://schemas.microsoft.com/office/drawing/2014/main" id="{E715B863-5424-4B0D-A37D-25604754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953000"/>
            <a:ext cx="8858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03 Result strip | cuts number">
            <a:extLst xmlns:a="http://schemas.openxmlformats.org/drawingml/2006/main">
              <a:ext uri="{FF2B5EF4-FFF2-40B4-BE49-F238E27FC236}">
                <a16:creationId xmlns:a16="http://schemas.microsoft.com/office/drawing/2014/main" id="{8535B99E-EC4F-4483-94C5-86C74443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38725"/>
            <a:ext cx="62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97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975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6" name="03 Result strip | cuts label">
            <a:extLst xmlns:a="http://schemas.openxmlformats.org/drawingml/2006/main">
              <a:ext uri="{FF2B5EF4-FFF2-40B4-BE49-F238E27FC236}">
                <a16:creationId xmlns:a16="http://schemas.microsoft.com/office/drawing/2014/main" id="{CCCE05D8-1C66-4740-80A5-F918804E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238750"/>
            <a:ext cx="1381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회 절단</a:t>
            </a:r>
          </a:p>
        </p:txBody>
      </p:sp>
      <p:sp>
        <p:nvSpPr>
          <p:cNvPr id="17" name="03 Result strip | divider">
            <a:extLst xmlns:a="http://schemas.openxmlformats.org/drawingml/2006/main">
              <a:ext uri="{FF2B5EF4-FFF2-40B4-BE49-F238E27FC236}">
                <a16:creationId xmlns:a16="http://schemas.microsoft.com/office/drawing/2014/main" id="{872A6C28-C43F-4DFC-B900-86190825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143500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03 Result strip | pieces number">
            <a:extLst xmlns:a="http://schemas.openxmlformats.org/drawingml/2006/main">
              <a:ext uri="{FF2B5EF4-FFF2-40B4-BE49-F238E27FC236}">
                <a16:creationId xmlns:a16="http://schemas.microsoft.com/office/drawing/2014/main" id="{D6F95D92-7B7A-4D9E-855E-59666B44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038725"/>
            <a:ext cx="628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975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975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9" name="03 Result strip | pieces label">
            <a:extLst xmlns:a="http://schemas.openxmlformats.org/drawingml/2006/main">
              <a:ext uri="{FF2B5EF4-FFF2-40B4-BE49-F238E27FC236}">
                <a16:creationId xmlns:a16="http://schemas.microsoft.com/office/drawing/2014/main" id="{42985F70-64CD-43B3-9A39-147B4604E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238750"/>
            <a:ext cx="167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조각 완성</a:t>
            </a:r>
          </a:p>
        </p:txBody>
      </p:sp>
    </p:spTree>
    <p:extLst>
      <p:ext uri="{BB962C8B-B14F-4D97-AF65-F5344CB8AC3E}">
        <p14:creationId xmlns:p14="http://schemas.microsoft.com/office/powerpoint/2010/main" val="168249120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04 Rules | display title">
            <a:extLst xmlns:a="http://schemas.openxmlformats.org/drawingml/2006/main">
              <a:ext uri="{FF2B5EF4-FFF2-40B4-BE49-F238E27FC236}">
                <a16:creationId xmlns:a16="http://schemas.microsoft.com/office/drawing/2014/main" id="{5D618E24-61D8-4C74-A8F7-2E924F8B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1500"/>
            <a:ext cx="438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4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34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3450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RULES</a:t>
            </a:r>
          </a:p>
        </p:txBody>
      </p:sp>
      <p:sp>
        <p:nvSpPr>
          <p:cNvPr id="2" name="04 Rules | title rule">
            <a:extLst xmlns:a="http://schemas.openxmlformats.org/drawingml/2006/main">
              <a:ext uri="{FF2B5EF4-FFF2-40B4-BE49-F238E27FC236}">
                <a16:creationId xmlns:a16="http://schemas.microsoft.com/office/drawing/2014/main" id="{7D84011F-3469-4BF5-ABFD-4FFF6991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2573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04 Rules | saffron marker">
            <a:extLst xmlns:a="http://schemas.openxmlformats.org/drawingml/2006/main">
              <a:ext uri="{FF2B5EF4-FFF2-40B4-BE49-F238E27FC236}">
                <a16:creationId xmlns:a16="http://schemas.microsoft.com/office/drawing/2014/main" id="{5A3065E4-0A9C-480E-8AD5-3A46CACFF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5225" y="1200150"/>
            <a:ext cx="133350" cy="133350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D39A3F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53AB25-4B17-4113-A54B-3E0A787B5EA6}"/>
              </a:ext>
            </a:extLst>
          </p:cNvPr>
          <p:cNvGraphicFramePr/>
          <p:nvPr/>
        </p:nvGraphicFramePr>
        <p:xfrm>
          <a:off xmlns:a="http://schemas.openxmlformats.org/drawingml/2006/main" x="952500" y="1638300"/>
          <a:ext xmlns:a="http://schemas.openxmlformats.org/drawingml/2006/main" cx="10287000" cy="3371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4286250"/>
                <a:gridCol w="6000750"/>
              </a:tblGrid>
              <a:tr h="552450">
                <a:tc>
                  <a:txBody>
                    <a:bodyPr lIns="209550" tIns="114300" rIns="209550" bIns="114300"/>
                    <a:lstStyle/>
                    <a:p>
                      <a:r>
                        <a:rPr sz="1425" b="1">
                          <a:solidFill>
                            <a:srgbClr val="EEE9D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</a:t>
                      </a:r>
                    </a:p>
                  </a:txBody>
                  <a:tcPr marL="91440" marR="91440" marT="45720" marB="45720" anchor="ctr">
                    <a:solidFill>
                      <a:srgbClr val="493C34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425" b="1">
                          <a:solidFill>
                            <a:srgbClr val="EEE9D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판정</a:t>
                      </a:r>
                    </a:p>
                  </a:txBody>
                  <a:tcPr marL="91440" marR="91440" marT="45720" marB="45720" anchor="ctr">
                    <a:solidFill>
                      <a:srgbClr val="493C34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세로 왕복 1회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절단 1회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짧은 움직임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무시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잘못된 방향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절단 미인정, 10점 차감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</a:tr>
              <a:tr h="704850">
                <a:tc>
                  <a:txBody>
                    <a:bodyPr lIns="209550" tIns="114300" rIns="209550" bIns="114300"/>
                    <a:lstStyle/>
                    <a:p>
                      <a:r>
                        <a:rPr sz="1500" b="1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0점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  <a:tc>
                  <a:txBody>
                    <a:bodyPr lIns="209550" tIns="114300" rIns="209550" bIns="114300"/>
                    <a:lstStyle/>
                    <a:p>
                      <a:r>
                        <a:rPr sz="1500" b="0">
                          <a:solidFill>
                            <a:srgbClr val="29282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새 고기로 재시작</a:t>
                      </a:r>
                    </a:p>
                  </a:txBody>
                  <a:tcPr marL="91440" marR="91440" marT="45720" marB="45720" anchor="ctr">
                    <a:solidFill>
                      <a:srgbClr val="EEE9DF"/>
                    </a:solidFill>
                  </a:tcPr>
                </a:tc>
              </a:tr>
            </a:tbl>
          </a:graphicData>
        </a:graphic>
      </p:graphicFrame>
      <p:sp>
        <p:nvSpPr>
          <p:cNvPr id="5" name="04 Rules | row divider 230">
            <a:extLst xmlns:a="http://schemas.openxmlformats.org/drawingml/2006/main">
              <a:ext uri="{FF2B5EF4-FFF2-40B4-BE49-F238E27FC236}">
                <a16:creationId xmlns:a16="http://schemas.microsoft.com/office/drawing/2014/main" id="{B267AC8F-3156-4375-A41C-50F24371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4 Rules | row divider 304">
            <a:extLst xmlns:a="http://schemas.openxmlformats.org/drawingml/2006/main">
              <a:ext uri="{FF2B5EF4-FFF2-40B4-BE49-F238E27FC236}">
                <a16:creationId xmlns:a16="http://schemas.microsoft.com/office/drawing/2014/main" id="{D43F662D-3D84-4CF0-A828-8495EE0F1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04 Rules | row divider 378">
            <a:extLst xmlns:a="http://schemas.openxmlformats.org/drawingml/2006/main">
              <a:ext uri="{FF2B5EF4-FFF2-40B4-BE49-F238E27FC236}">
                <a16:creationId xmlns:a16="http://schemas.microsoft.com/office/drawing/2014/main" id="{10D81191-E072-478B-8CD5-F9189596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4 Rules | row divider 452">
            <a:extLst xmlns:a="http://schemas.openxmlformats.org/drawingml/2006/main">
              <a:ext uri="{FF2B5EF4-FFF2-40B4-BE49-F238E27FC236}">
                <a16:creationId xmlns:a16="http://schemas.microsoft.com/office/drawing/2014/main" id="{F146AA2B-D24F-4AA2-8520-54F84A313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04 Rules | row divider 526">
            <a:extLst xmlns:a="http://schemas.openxmlformats.org/drawingml/2006/main">
              <a:ext uri="{FF2B5EF4-FFF2-40B4-BE49-F238E27FC236}">
                <a16:creationId xmlns:a16="http://schemas.microsoft.com/office/drawing/2014/main" id="{7A4A6850-D538-4ABA-A536-8FFCA6EF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04 Rules | mask left table edge header">
            <a:extLst xmlns:a="http://schemas.openxmlformats.org/drawingml/2006/main">
              <a:ext uri="{FF2B5EF4-FFF2-40B4-BE49-F238E27FC236}">
                <a16:creationId xmlns:a16="http://schemas.microsoft.com/office/drawing/2014/main" id="{AB05A115-A698-40ED-A2AA-5A43F118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1925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04 Rules | mask left table edge body">
            <a:extLst xmlns:a="http://schemas.openxmlformats.org/drawingml/2006/main">
              <a:ext uri="{FF2B5EF4-FFF2-40B4-BE49-F238E27FC236}">
                <a16:creationId xmlns:a16="http://schemas.microsoft.com/office/drawing/2014/main" id="{9DC9FD08-94CD-404D-A385-EE70BC78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04 Rules | mask column divider header">
            <a:extLst xmlns:a="http://schemas.openxmlformats.org/drawingml/2006/main">
              <a:ext uri="{FF2B5EF4-FFF2-40B4-BE49-F238E27FC236}">
                <a16:creationId xmlns:a16="http://schemas.microsoft.com/office/drawing/2014/main" id="{BB89966E-1ECF-4894-8822-AE90B422E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1619250"/>
            <a:ext cx="476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04 Rules | mask column divider body">
            <a:extLst xmlns:a="http://schemas.openxmlformats.org/drawingml/2006/main">
              <a:ext uri="{FF2B5EF4-FFF2-40B4-BE49-F238E27FC236}">
                <a16:creationId xmlns:a16="http://schemas.microsoft.com/office/drawing/2014/main" id="{E8585AE4-F65F-4673-9FD3-F199FC5E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2171700"/>
            <a:ext cx="476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04 Rules | mask right table edge header">
            <a:extLst xmlns:a="http://schemas.openxmlformats.org/drawingml/2006/main">
              <a:ext uri="{FF2B5EF4-FFF2-40B4-BE49-F238E27FC236}">
                <a16:creationId xmlns:a16="http://schemas.microsoft.com/office/drawing/2014/main" id="{C42312BD-8933-420A-9DB8-EC6C24149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1619250"/>
            <a:ext cx="666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04 Rules | mask right table edge body">
            <a:extLst xmlns:a="http://schemas.openxmlformats.org/drawingml/2006/main">
              <a:ext uri="{FF2B5EF4-FFF2-40B4-BE49-F238E27FC236}">
                <a16:creationId xmlns:a16="http://schemas.microsoft.com/office/drawing/2014/main" id="{F235CBB5-212E-4797-B985-A4553B32A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171700"/>
            <a:ext cx="666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04 Rules | mask top table edge">
            <a:extLst xmlns:a="http://schemas.openxmlformats.org/drawingml/2006/main">
              <a:ext uri="{FF2B5EF4-FFF2-40B4-BE49-F238E27FC236}">
                <a16:creationId xmlns:a16="http://schemas.microsoft.com/office/drawing/2014/main" id="{0B682A3A-83AC-4905-ABE6-08548CE7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04 Rules | mask bottom table edge">
            <a:extLst xmlns:a="http://schemas.openxmlformats.org/drawingml/2006/main">
              <a:ext uri="{FF2B5EF4-FFF2-40B4-BE49-F238E27FC236}">
                <a16:creationId xmlns:a16="http://schemas.microsoft.com/office/drawing/2014/main" id="{9D79F351-7041-43BC-8B55-F5A94BF8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04 Rules | continuous row divider 230">
            <a:extLst xmlns:a="http://schemas.openxmlformats.org/drawingml/2006/main">
              <a:ext uri="{FF2B5EF4-FFF2-40B4-BE49-F238E27FC236}">
                <a16:creationId xmlns:a16="http://schemas.microsoft.com/office/drawing/2014/main" id="{F7F857CD-5108-4C8E-A40A-608B008E7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04 Rules | continuous row divider 304">
            <a:extLst xmlns:a="http://schemas.openxmlformats.org/drawingml/2006/main">
              <a:ext uri="{FF2B5EF4-FFF2-40B4-BE49-F238E27FC236}">
                <a16:creationId xmlns:a16="http://schemas.microsoft.com/office/drawing/2014/main" id="{6D68B5DB-578B-4919-AFAC-17FB58AD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956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04 Rules | continuous row divider 378">
            <a:extLst xmlns:a="http://schemas.openxmlformats.org/drawingml/2006/main">
              <a:ext uri="{FF2B5EF4-FFF2-40B4-BE49-F238E27FC236}">
                <a16:creationId xmlns:a16="http://schemas.microsoft.com/office/drawing/2014/main" id="{A7B2D4A7-EA05-40F4-872A-83368C15F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04 Rules | continuous row divider 452">
            <a:extLst xmlns:a="http://schemas.openxmlformats.org/drawingml/2006/main">
              <a:ext uri="{FF2B5EF4-FFF2-40B4-BE49-F238E27FC236}">
                <a16:creationId xmlns:a16="http://schemas.microsoft.com/office/drawing/2014/main" id="{1EB1224F-EABB-4114-88DD-7EEDC37F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053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04 Rules | continuous row divider 526">
            <a:extLst xmlns:a="http://schemas.openxmlformats.org/drawingml/2006/main">
              <a:ext uri="{FF2B5EF4-FFF2-40B4-BE49-F238E27FC236}">
                <a16:creationId xmlns:a16="http://schemas.microsoft.com/office/drawing/2014/main" id="{939093A1-8BB8-4E6A-AEDD-4D7EFC61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04 Rules | caveat">
            <a:extLst xmlns:a="http://schemas.openxmlformats.org/drawingml/2006/main">
              <a:ext uri="{FF2B5EF4-FFF2-40B4-BE49-F238E27FC236}">
                <a16:creationId xmlns:a16="http://schemas.microsoft.com/office/drawing/2014/main" id="{7BDF0A62-B22C-4A2E-92D5-561C40B2F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429250"/>
            <a:ext cx="1024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00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716960"/>
                </a:solidFill>
                <a:latin typeface="Pretendard"/>
                <a:ea typeface="Pretendard"/>
                <a:cs typeface="Pretendard"/>
              </a:rPr>
              <a:t>시작 점수 30점. 수치는 개인 설계의 임시값입니다.</a:t>
            </a:r>
          </a:p>
        </p:txBody>
      </p:sp>
    </p:spTree>
    <p:extLst>
      <p:ext uri="{BB962C8B-B14F-4D97-AF65-F5344CB8AC3E}">
        <p14:creationId xmlns:p14="http://schemas.microsoft.com/office/powerpoint/2010/main" val="14661339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05 Before | header tag">
            <a:extLst xmlns:a="http://schemas.openxmlformats.org/drawingml/2006/main">
              <a:ext uri="{FF2B5EF4-FFF2-40B4-BE49-F238E27FC236}">
                <a16:creationId xmlns:a16="http://schemas.microsoft.com/office/drawing/2014/main" id="{04977ACB-F242-4DD8-AF44-E5CBB0A3A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047750"/>
            <a:ext cx="4381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05 Before | header">
            <a:extLst xmlns:a="http://schemas.openxmlformats.org/drawingml/2006/main">
              <a:ext uri="{FF2B5EF4-FFF2-40B4-BE49-F238E27FC236}">
                <a16:creationId xmlns:a16="http://schemas.microsoft.com/office/drawing/2014/main" id="{45EB9024-54EC-4FDC-8B45-0214F9BF9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1334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rPr>
              <a:t>수정 전</a:t>
            </a:r>
          </a:p>
        </p:txBody>
      </p:sp>
      <p:sp>
        <p:nvSpPr>
          <p:cNvPr id="3" name="05 Before | paper field">
            <a:extLst xmlns:a="http://schemas.openxmlformats.org/drawingml/2006/main">
              <a:ext uri="{FF2B5EF4-FFF2-40B4-BE49-F238E27FC236}">
                <a16:creationId xmlns:a16="http://schemas.microsoft.com/office/drawing/2014/main" id="{CA79309C-68E9-4D8A-9A4C-203280DA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495425"/>
            <a:ext cx="4381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05 Before | copy">
            <a:extLst xmlns:a="http://schemas.openxmlformats.org/drawingml/2006/main">
              <a:ext uri="{FF2B5EF4-FFF2-40B4-BE49-F238E27FC236}">
                <a16:creationId xmlns:a16="http://schemas.microsoft.com/office/drawing/2014/main" id="{E402E574-4AD2-433C-859A-4EF98C16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47850"/>
            <a:ext cx="3886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마우스 버튼을 오래 누르는 것이 불편했습니다.</a:t>
            </a:r>
          </a:p>
        </p:txBody>
      </p:sp>
      <p:sp>
        <p:nvSpPr>
          <p:cNvPr id="5" name="05 After | header tag">
            <a:extLst xmlns:a="http://schemas.openxmlformats.org/drawingml/2006/main">
              <a:ext uri="{FF2B5EF4-FFF2-40B4-BE49-F238E27FC236}">
                <a16:creationId xmlns:a16="http://schemas.microsoft.com/office/drawing/2014/main" id="{D829531A-F66E-4774-99D8-300A4917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047750"/>
            <a:ext cx="43815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3C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05 After | header">
            <a:extLst xmlns:a="http://schemas.openxmlformats.org/drawingml/2006/main">
              <a:ext uri="{FF2B5EF4-FFF2-40B4-BE49-F238E27FC236}">
                <a16:creationId xmlns:a16="http://schemas.microsoft.com/office/drawing/2014/main" id="{EDB7ADD0-F6D9-443E-B3EB-2342AF42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1334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EEE9DF"/>
                </a:solidFill>
                <a:latin typeface="Pretendard"/>
                <a:ea typeface="Pretendard"/>
                <a:cs typeface="Pretendard"/>
              </a:rPr>
              <a:t>수정 후</a:t>
            </a:r>
          </a:p>
        </p:txBody>
      </p:sp>
      <p:sp>
        <p:nvSpPr>
          <p:cNvPr id="7" name="05 After | paper field">
            <a:extLst xmlns:a="http://schemas.openxmlformats.org/drawingml/2006/main">
              <a:ext uri="{FF2B5EF4-FFF2-40B4-BE49-F238E27FC236}">
                <a16:creationId xmlns:a16="http://schemas.microsoft.com/office/drawing/2014/main" id="{B489E3ED-12B5-41F5-A46D-A000F384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95425"/>
            <a:ext cx="4381500" cy="1543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9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05 After | copy">
            <a:extLst xmlns:a="http://schemas.openxmlformats.org/drawingml/2006/main">
              <a:ext uri="{FF2B5EF4-FFF2-40B4-BE49-F238E27FC236}">
                <a16:creationId xmlns:a16="http://schemas.microsoft.com/office/drawing/2014/main" id="{492B9A69-0896-444A-B618-F0E4B7F03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47850"/>
            <a:ext cx="38862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22000"/>
              </a:lnSpc>
              <a:buNone/>
              <a:def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한 번의 절단마다 버튼을 놓을 수 있게 했습니다.</a:t>
            </a:r>
          </a:p>
        </p:txBody>
      </p:sp>
      <p:sp>
        <p:nvSpPr>
          <p:cNvPr id="9" name="05 Metric | horizontal rule">
            <a:extLst xmlns:a="http://schemas.openxmlformats.org/drawingml/2006/main">
              <a:ext uri="{FF2B5EF4-FFF2-40B4-BE49-F238E27FC236}">
                <a16:creationId xmlns:a16="http://schemas.microsoft.com/office/drawing/2014/main" id="{48374F6B-BD0A-49DB-8C0B-F66CC5C1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14750"/>
            <a:ext cx="10210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C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05 Metric | numeral">
            <a:extLst xmlns:a="http://schemas.openxmlformats.org/drawingml/2006/main">
              <a:ext uri="{FF2B5EF4-FFF2-40B4-BE49-F238E27FC236}">
                <a16:creationId xmlns:a16="http://schemas.microsoft.com/office/drawing/2014/main" id="{1CC8A2AF-8B1E-44E2-8262-46049FA32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19550"/>
            <a:ext cx="7239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2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5250" b="0">
                <a:solidFill>
                  <a:srgbClr val="493C34"/>
                </a:solidFill>
                <a:latin typeface="Georgia"/>
                <a:ea typeface="Georgia"/>
                <a:cs typeface="Georgia"/>
              </a:defRPr>
            </a:pPr>
            <a:r>
              <a:rPr sz="5250" b="0">
                <a:solidFill>
                  <a:srgbClr val="493C34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11" name="05 Metric | Korean unit">
            <a:extLst xmlns:a="http://schemas.openxmlformats.org/drawingml/2006/main">
              <a:ext uri="{FF2B5EF4-FFF2-40B4-BE49-F238E27FC236}">
                <a16:creationId xmlns:a16="http://schemas.microsoft.com/office/drawing/2014/main" id="{504CC954-CECF-4FCF-8489-6F6A2223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81475"/>
            <a:ext cx="3524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9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9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한 번의 절단</a:t>
            </a:r>
          </a:p>
        </p:txBody>
      </p:sp>
      <p:sp>
        <p:nvSpPr>
          <p:cNvPr id="12" name="05 Caveat">
            <a:extLst xmlns:a="http://schemas.openxmlformats.org/drawingml/2006/main">
              <a:ext uri="{FF2B5EF4-FFF2-40B4-BE49-F238E27FC236}">
                <a16:creationId xmlns:a16="http://schemas.microsoft.com/office/drawing/2014/main" id="{D30AFA83-5D64-49A9-8C41-16AD88CB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672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75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716960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16960"/>
                </a:solidFill>
                <a:latin typeface="Pretendard"/>
                <a:ea typeface="Pretendard"/>
                <a:cs typeface="Pretendard"/>
              </a:rPr>
              <a:t>반복 주문에서의 피로감은 추가 확인이 필요합니다.</a:t>
            </a:r>
          </a:p>
        </p:txBody>
      </p:sp>
    </p:spTree>
    <p:extLst>
      <p:ext uri="{BB962C8B-B14F-4D97-AF65-F5344CB8AC3E}">
        <p14:creationId xmlns:p14="http://schemas.microsoft.com/office/powerpoint/2010/main" val="8655129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2026-10-09T05:14:07.7920000Z</dcterms:created>
  <dcterms:modified xsi:type="dcterms:W3CDTF">2026-10-09T05:14:07.7920000Z</dcterms:modified>
</coreProperties>
</file>