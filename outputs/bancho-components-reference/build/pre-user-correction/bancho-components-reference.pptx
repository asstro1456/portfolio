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e6c55531334341" /><Relationship Type="http://schemas.openxmlformats.org/officeDocument/2006/relationships/extended-properties" Target="/docProps/app.xml" Id="Ref8a4c8d36674f8b" /><Relationship Type="http://schemas.openxmlformats.org/officeDocument/2006/relationships/officeDocument" Target="/ppt/presentation.xml" Id="Rd1d95ec3ef1a4e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69cef7d549493d"/>
  </p:sldMasterIdLst>
  <p:notesMasterIdLst>
    <p:notesMasterId xmlns:r="http://schemas.openxmlformats.org/officeDocument/2006/relationships" r:id="R536b90b5e593480e"/>
  </p:notesMasterIdLst>
  <p:sldIdLst>
    <p:sldId xmlns:r="http://schemas.openxmlformats.org/officeDocument/2006/relationships" id="256" r:id="Rd0d52a93b11242c3"/>
    <p:sldId xmlns:r="http://schemas.openxmlformats.org/officeDocument/2006/relationships" id="257" r:id="R09d859f081114651"/>
    <p:sldId xmlns:r="http://schemas.openxmlformats.org/officeDocument/2006/relationships" id="258" r:id="R02dca7d54ae74368"/>
    <p:sldId xmlns:r="http://schemas.openxmlformats.org/officeDocument/2006/relationships" id="259" r:id="Re3e28fb8396e46e0"/>
    <p:sldId xmlns:r="http://schemas.openxmlformats.org/officeDocument/2006/relationships" id="260" r:id="Rb6d236c8e34940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f0c290169042cf" /><Relationship Type="http://schemas.openxmlformats.org/officeDocument/2006/relationships/slideMaster" Target="/ppt/slideMasters/slideMaster1.xml" Id="Rd869cef7d549493d" /><Relationship Type="http://schemas.openxmlformats.org/officeDocument/2006/relationships/notesMaster" Target="/ppt/notesMasters/notesMaster1.xml" Id="R536b90b5e593480e" /><Relationship Type="http://schemas.openxmlformats.org/officeDocument/2006/relationships/presProps" Target="/ppt/presProps.xml" Id="R25422fc010604131" /><Relationship Type="http://schemas.openxmlformats.org/officeDocument/2006/relationships/tableStyles" Target="/ppt/tableStyles.xml" Id="R0c2cbee5ea7047f6" /><Relationship Type="http://schemas.openxmlformats.org/officeDocument/2006/relationships/slide" Target="/ppt/slides/slide1.xml" Id="Rd0d52a93b11242c3" /><Relationship Type="http://schemas.openxmlformats.org/officeDocument/2006/relationships/slide" Target="/ppt/slides/slide2.xml" Id="R09d859f081114651" /><Relationship Type="http://schemas.openxmlformats.org/officeDocument/2006/relationships/slide" Target="/ppt/slides/slide3.xml" Id="R02dca7d54ae74368" /><Relationship Type="http://schemas.openxmlformats.org/officeDocument/2006/relationships/slide" Target="/ppt/slides/slide4.xml" Id="Re3e28fb8396e46e0" /><Relationship Type="http://schemas.openxmlformats.org/officeDocument/2006/relationships/slide" Target="/ppt/slides/slide5.xml" Id="Rb6d236c8e34940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6aeaeb760b4d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8a92b3d5c64066" /><Relationship Type="http://schemas.openxmlformats.org/officeDocument/2006/relationships/notesMaster" Target="/ppt/notesMasters/notesMaster1.xml" Id="R93ce323bc8ce42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03f50e0fc84a44" /><Relationship Type="http://schemas.openxmlformats.org/officeDocument/2006/relationships/notesMaster" Target="/ppt/notesMasters/notesMaster1.xml" Id="R513eec5567344f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efbdfc518b45dd" /><Relationship Type="http://schemas.openxmlformats.org/officeDocument/2006/relationships/notesMaster" Target="/ppt/notesMasters/notesMaster1.xml" Id="R5063cbba471843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ec3903ab244c5" /><Relationship Type="http://schemas.openxmlformats.org/officeDocument/2006/relationships/notesMaster" Target="/ppt/notesMasters/notesMaster1.xml" Id="R5ade221878614e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dc8af45244653" /><Relationship Type="http://schemas.openxmlformats.org/officeDocument/2006/relationships/notesMaster" Target="/ppt/notesMasters/notesMaster1.xml" Id="R8819cc27409f42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e21325e4e4a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2e2290a8447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a8196120445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4f878b66a49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0872e01c040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48c00cde343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69BE74-07E8-44FA-9EC0-50342DF923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311230-7194-4DC7-B3AA-1C38A430A2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C365CA-A190-49B0-91F1-944BAC77BA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476D56-9969-48C6-8DF2-60B5614799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6EF957-FFCC-44E5-A5B6-CC7F75094E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AA4918-58EB-47FA-AA40-9F53E9240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8BAD4A-1429-4254-9259-1615BDBC80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13A99D-98C1-45CF-877A-C56FE24C6F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7956BD-36D9-41A9-86B5-7BEC028725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D61D29-D48B-45D3-A657-418EDC1A07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3dc84a769e4298" /><Relationship Type="http://schemas.openxmlformats.org/officeDocument/2006/relationships/slideLayout" Target="/ppt/slideLayouts/slideLayout1.xml" Id="Rfd4ff806a8f947a0" /><Relationship Type="http://schemas.openxmlformats.org/officeDocument/2006/relationships/slideLayout" Target="/ppt/slideLayouts/slideLayout2.xml" Id="R1c9457511d2c436b" /><Relationship Type="http://schemas.openxmlformats.org/officeDocument/2006/relationships/slideLayout" Target="/ppt/slideLayouts/slideLayout3.xml" Id="R47bd869a2dc44eb3" /><Relationship Type="http://schemas.openxmlformats.org/officeDocument/2006/relationships/slideLayout" Target="/ppt/slideLayouts/slideLayout4.xml" Id="Re982be71c4504c98" /><Relationship Type="http://schemas.openxmlformats.org/officeDocument/2006/relationships/slideLayout" Target="/ppt/slideLayouts/slideLayout5.xml" Id="R197c7b55c6794db2" /><Relationship Type="http://schemas.openxmlformats.org/officeDocument/2006/relationships/slideLayout" Target="/ppt/slideLayouts/slideLayout6.xml" Id="R6d2c92461ecb43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4ff806a8f947a0"/>
    <p:sldLayoutId xmlns:r="http://schemas.openxmlformats.org/officeDocument/2006/relationships" id="2147483650" r:id="R1c9457511d2c436b"/>
    <p:sldLayoutId xmlns:r="http://schemas.openxmlformats.org/officeDocument/2006/relationships" id="2147483651" r:id="R47bd869a2dc44eb3"/>
    <p:sldLayoutId xmlns:r="http://schemas.openxmlformats.org/officeDocument/2006/relationships" id="2147483652" r:id="Re982be71c4504c98"/>
    <p:sldLayoutId xmlns:r="http://schemas.openxmlformats.org/officeDocument/2006/relationships" id="2147483653" r:id="R197c7b55c6794db2"/>
    <p:sldLayoutId xmlns:r="http://schemas.openxmlformats.org/officeDocument/2006/relationships" id="2147483654" r:id="R6d2c92461ecb43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b5d6038ee472c" /><Relationship Type="http://schemas.openxmlformats.org/officeDocument/2006/relationships/notesSlide" Target="/ppt/notesSlides/notesSlide1.xml" Id="R8cac8af64f4643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cb10df2fe4162" /><Relationship Type="http://schemas.openxmlformats.org/officeDocument/2006/relationships/image" Target="/ppt/media/image.jpeg" Id="R9f4d949dec634178" /><Relationship Type="http://schemas.openxmlformats.org/officeDocument/2006/relationships/image" Target="/ppt/media/image2.jpeg" Id="R953224bffb474326" /><Relationship Type="http://schemas.openxmlformats.org/officeDocument/2006/relationships/notesSlide" Target="/ppt/notesSlides/notesSlide2.xml" Id="R107b9d2d573141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b1b05d5404ce4" /><Relationship Type="http://schemas.openxmlformats.org/officeDocument/2006/relationships/notesSlide" Target="/ppt/notesSlides/notesSlide3.xml" Id="R5a2ff7beaf9a45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0cc75d7f84958" /><Relationship Type="http://schemas.openxmlformats.org/officeDocument/2006/relationships/notesSlide" Target="/ppt/notesSlides/notesSlide4.xml" Id="Rcbeb6359147c4d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cb634a12f491e" /><Relationship Type="http://schemas.openxmlformats.org/officeDocument/2006/relationships/notesSlide" Target="/ppt/notesSlides/notesSlide5.xml" Id="Rd3ec5485262841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 Banner | brown field">
            <a:extLst xmlns:a="http://schemas.openxmlformats.org/drawingml/2006/main">
              <a:ext uri="{FF2B5EF4-FFF2-40B4-BE49-F238E27FC236}">
                <a16:creationId xmlns:a16="http://schemas.microsoft.com/office/drawing/2014/main" id="{E5164B63-3734-479E-A9B9-B7E2900E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42950"/>
            <a:ext cx="8229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1 Banner | English title">
            <a:extLst xmlns:a="http://schemas.openxmlformats.org/drawingml/2006/main">
              <a:ext uri="{FF2B5EF4-FFF2-40B4-BE49-F238E27FC236}">
                <a16:creationId xmlns:a16="http://schemas.microsoft.com/office/drawing/2014/main" id="{D5AD44DE-A078-485D-8284-24EE2417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9144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EEE9DF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3" name="01 Banner | subtitle rule">
            <a:extLst xmlns:a="http://schemas.openxmlformats.org/drawingml/2006/main">
              <a:ext uri="{FF2B5EF4-FFF2-40B4-BE49-F238E27FC236}">
                <a16:creationId xmlns:a16="http://schemas.microsoft.com/office/drawing/2014/main" id="{E062B27F-BD21-45A4-A967-0F4EAC99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954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1 Banner | Korean subtitle">
            <a:extLst xmlns:a="http://schemas.openxmlformats.org/drawingml/2006/main">
              <a:ext uri="{FF2B5EF4-FFF2-40B4-BE49-F238E27FC236}">
                <a16:creationId xmlns:a16="http://schemas.microsoft.com/office/drawing/2014/main" id="{E599F70D-E3D7-4018-B917-0D164BDA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38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조작과 판정</a:t>
            </a:r>
          </a:p>
        </p:txBody>
      </p:sp>
      <p:sp>
        <p:nvSpPr>
          <p:cNvPr id="5" name="01 Section | number">
            <a:extLst xmlns:a="http://schemas.openxmlformats.org/drawingml/2006/main">
              <a:ext uri="{FF2B5EF4-FFF2-40B4-BE49-F238E27FC236}">
                <a16:creationId xmlns:a16="http://schemas.microsoft.com/office/drawing/2014/main" id="{AA4AD32A-9C3A-4E7C-BFC4-7A53398B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476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6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76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" name="01 Section | English title">
            <a:extLst xmlns:a="http://schemas.openxmlformats.org/drawingml/2006/main">
              <a:ext uri="{FF2B5EF4-FFF2-40B4-BE49-F238E27FC236}">
                <a16:creationId xmlns:a16="http://schemas.microsoft.com/office/drawing/2014/main" id="{A9D41AA0-72BD-491A-A5C3-ECF26806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81425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7" name="01 Section | title rule">
            <a:extLst xmlns:a="http://schemas.openxmlformats.org/drawingml/2006/main">
              <a:ext uri="{FF2B5EF4-FFF2-40B4-BE49-F238E27FC236}">
                <a16:creationId xmlns:a16="http://schemas.microsoft.com/office/drawing/2014/main" id="{F415423C-9B2D-41B1-B9BD-F208081D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1 Section | saffron marker">
            <a:extLst xmlns:a="http://schemas.openxmlformats.org/drawingml/2006/main">
              <a:ext uri="{FF2B5EF4-FFF2-40B4-BE49-F238E27FC236}">
                <a16:creationId xmlns:a16="http://schemas.microsoft.com/office/drawing/2014/main" id="{D036108F-9F4F-4CBD-839E-FEBD4236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719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1 Section | Korean subtitle">
            <a:extLst xmlns:a="http://schemas.openxmlformats.org/drawingml/2006/main">
              <a:ext uri="{FF2B5EF4-FFF2-40B4-BE49-F238E27FC236}">
                <a16:creationId xmlns:a16="http://schemas.microsoft.com/office/drawing/2014/main" id="{2447BD70-B8AD-41AF-A2F2-DF258EF7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1010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절단을 기준으로 입력을 판정합니다</a:t>
            </a:r>
          </a:p>
        </p:txBody>
      </p:sp>
    </p:spTree>
    <p:extLst>
      <p:ext uri="{BB962C8B-B14F-4D97-AF65-F5344CB8AC3E}">
        <p14:creationId xmlns:p14="http://schemas.microsoft.com/office/powerpoint/2010/main" val="65842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2 Main photo | paper mat">
            <a:extLst xmlns:a="http://schemas.openxmlformats.org/drawingml/2006/main">
              <a:ext uri="{FF2B5EF4-FFF2-40B4-BE49-F238E27FC236}">
                <a16:creationId xmlns:a16="http://schemas.microsoft.com/office/drawing/2014/main" id="{F1959D8A-E706-4A63-A443-A58D025A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52387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2B3A4-38EE-4821-86EA-23B003517A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d949dec634178"/>
          <a:stretch xmlns:a="http://schemas.openxmlformats.org/drawingml/2006/main"/>
        </p:blipFill>
        <p:spPr>
          <a:xfrm xmlns:a="http://schemas.openxmlformats.org/drawingml/2006/main">
            <a:off x="1028700" y="1028700"/>
            <a:ext cx="4895850" cy="4895850"/>
          </a:xfrm>
          <a:prstGeom xmlns:a="http://schemas.openxmlformats.org/drawingml/2006/main" prst="rect">
            <a:avLst/>
          </a:prstGeom>
        </p:spPr>
      </p:pic>
      <p:sp>
        <p:nvSpPr>
          <p:cNvPr id="3" name="02 Main photo | caption">
            <a:extLst xmlns:a="http://schemas.openxmlformats.org/drawingml/2006/main">
              <a:ext uri="{FF2B5EF4-FFF2-40B4-BE49-F238E27FC236}">
                <a16:creationId xmlns:a16="http://schemas.microsoft.com/office/drawing/2014/main" id="{29AE7401-009E-4AB5-B900-67D48A45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19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  <p:sp>
        <p:nvSpPr>
          <p:cNvPr id="4" name="02 Secondary photo | paper mat">
            <a:extLst xmlns:a="http://schemas.openxmlformats.org/drawingml/2006/main">
              <a:ext uri="{FF2B5EF4-FFF2-40B4-BE49-F238E27FC236}">
                <a16:creationId xmlns:a16="http://schemas.microsoft.com/office/drawing/2014/main" id="{7C6E5C34-3EE9-4FDA-8A23-5B54B419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36385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0A18C-5274-4150-B7E8-F834332A5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224bffb474326"/>
          <a:stretch xmlns:a="http://schemas.openxmlformats.org/drawingml/2006/main"/>
        </p:blipFill>
        <p:spPr>
          <a:xfrm xmlns:a="http://schemas.openxmlformats.org/drawingml/2006/main">
            <a:off x="7591425" y="2800350"/>
            <a:ext cx="2781300" cy="2781300"/>
          </a:xfrm>
          <a:prstGeom xmlns:a="http://schemas.openxmlformats.org/drawingml/2006/main" prst="rect">
            <a:avLst/>
          </a:prstGeom>
        </p:spPr>
      </p:pic>
      <p:sp>
        <p:nvSpPr>
          <p:cNvPr id="6" name="02 Secondary photo | caption">
            <a:extLst xmlns:a="http://schemas.openxmlformats.org/drawingml/2006/main">
              <a:ext uri="{FF2B5EF4-FFF2-40B4-BE49-F238E27FC236}">
                <a16:creationId xmlns:a16="http://schemas.microsoft.com/office/drawing/2014/main" id="{83AB253C-A424-48C4-B2AE-4D9E357F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816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애플파이</a:t>
            </a:r>
          </a:p>
        </p:txBody>
      </p:sp>
      <p:sp>
        <p:nvSpPr>
          <p:cNvPr id="7" name="02 Photo set | alignment rule">
            <a:extLst xmlns:a="http://schemas.openxmlformats.org/drawingml/2006/main">
              <a:ext uri="{FF2B5EF4-FFF2-40B4-BE49-F238E27FC236}">
                <a16:creationId xmlns:a16="http://schemas.microsoft.com/office/drawing/2014/main" id="{5A3C8ACC-C045-48CC-B8E5-D4BFA85C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2 Photo set | saffron marker">
            <a:extLst xmlns:a="http://schemas.openxmlformats.org/drawingml/2006/main">
              <a:ext uri="{FF2B5EF4-FFF2-40B4-BE49-F238E27FC236}">
                <a16:creationId xmlns:a16="http://schemas.microsoft.com/office/drawing/2014/main" id="{9B00D0B7-5A64-4335-9FC7-F895493B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457325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4976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3 Process | connector rule">
            <a:extLst xmlns:a="http://schemas.openxmlformats.org/drawingml/2006/main">
              <a:ext uri="{FF2B5EF4-FFF2-40B4-BE49-F238E27FC236}">
                <a16:creationId xmlns:a16="http://schemas.microsoft.com/office/drawing/2014/main" id="{9E9576D4-1E97-4EEF-A9EC-0770141B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81125"/>
            <a:ext cx="190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3 Step 01 | number">
            <a:extLst xmlns:a="http://schemas.openxmlformats.org/drawingml/2006/main">
              <a:ext uri="{FF2B5EF4-FFF2-40B4-BE49-F238E27FC236}">
                <a16:creationId xmlns:a16="http://schemas.microsoft.com/office/drawing/2014/main" id="{A50E253E-69A5-4306-BE67-D38377BF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03 Step 01 | saffron marker">
            <a:extLst xmlns:a="http://schemas.openxmlformats.org/drawingml/2006/main">
              <a:ext uri="{FF2B5EF4-FFF2-40B4-BE49-F238E27FC236}">
                <a16:creationId xmlns:a16="http://schemas.microsoft.com/office/drawing/2014/main" id="{9A6D0D2B-79F3-4020-ADDD-3BAD8C77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526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3 Step 01 | title">
            <a:extLst xmlns:a="http://schemas.openxmlformats.org/drawingml/2006/main">
              <a:ext uri="{FF2B5EF4-FFF2-40B4-BE49-F238E27FC236}">
                <a16:creationId xmlns:a16="http://schemas.microsoft.com/office/drawing/2014/main" id="{1CC63FBF-3BEF-4EF1-9FCF-DF740B32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001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누르기</a:t>
            </a:r>
          </a:p>
        </p:txBody>
      </p:sp>
      <p:sp>
        <p:nvSpPr>
          <p:cNvPr id="5" name="03 Step 01 | instruction">
            <a:extLst xmlns:a="http://schemas.openxmlformats.org/drawingml/2006/main">
              <a:ext uri="{FF2B5EF4-FFF2-40B4-BE49-F238E27FC236}">
                <a16:creationId xmlns:a16="http://schemas.microsoft.com/office/drawing/2014/main" id="{6B880912-4405-4113-A3C2-A057D2FE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192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마우스 버튼을 누릅니다.</a:t>
            </a:r>
          </a:p>
        </p:txBody>
      </p:sp>
      <p:sp>
        <p:nvSpPr>
          <p:cNvPr id="6" name="03 Step 02 | number">
            <a:extLst xmlns:a="http://schemas.openxmlformats.org/drawingml/2006/main">
              <a:ext uri="{FF2B5EF4-FFF2-40B4-BE49-F238E27FC236}">
                <a16:creationId xmlns:a16="http://schemas.microsoft.com/office/drawing/2014/main" id="{7397F08B-098A-463D-A405-259CDF5C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7" name="03 Step 02 | saffron marker">
            <a:extLst xmlns:a="http://schemas.openxmlformats.org/drawingml/2006/main">
              <a:ext uri="{FF2B5EF4-FFF2-40B4-BE49-F238E27FC236}">
                <a16:creationId xmlns:a16="http://schemas.microsoft.com/office/drawing/2014/main" id="{E22B832C-7028-4ACF-8800-F4170FCE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3 Step 02 | title">
            <a:extLst xmlns:a="http://schemas.openxmlformats.org/drawingml/2006/main">
              <a:ext uri="{FF2B5EF4-FFF2-40B4-BE49-F238E27FC236}">
                <a16:creationId xmlns:a16="http://schemas.microsoft.com/office/drawing/2014/main" id="{616523E5-5551-4A0B-9FB7-DF15FD4D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193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왕복해서 자르기</a:t>
            </a:r>
          </a:p>
        </p:txBody>
      </p:sp>
      <p:sp>
        <p:nvSpPr>
          <p:cNvPr id="9" name="03 Step 02 | instruction">
            <a:extLst xmlns:a="http://schemas.openxmlformats.org/drawingml/2006/main">
              <a:ext uri="{FF2B5EF4-FFF2-40B4-BE49-F238E27FC236}">
                <a16:creationId xmlns:a16="http://schemas.microsoft.com/office/drawing/2014/main" id="{2C27B408-79EB-4B0D-B9AA-083DB5A3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384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누른 채 위아래로 한 번 왕복하면 절단 1회로 인정합니다.</a:t>
            </a:r>
          </a:p>
        </p:txBody>
      </p:sp>
      <p:sp>
        <p:nvSpPr>
          <p:cNvPr id="10" name="03 Step 03 | number">
            <a:extLst xmlns:a="http://schemas.openxmlformats.org/drawingml/2006/main">
              <a:ext uri="{FF2B5EF4-FFF2-40B4-BE49-F238E27FC236}">
                <a16:creationId xmlns:a16="http://schemas.microsoft.com/office/drawing/2014/main" id="{6D2DE952-DD8C-47DD-BB66-6A013885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1" name="03 Step 03 | saffron marker">
            <a:extLst xmlns:a="http://schemas.openxmlformats.org/drawingml/2006/main">
              <a:ext uri="{FF2B5EF4-FFF2-40B4-BE49-F238E27FC236}">
                <a16:creationId xmlns:a16="http://schemas.microsoft.com/office/drawing/2014/main" id="{9C04D537-C67E-4457-A9B3-A85679A3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3 Step 03 | title">
            <a:extLst xmlns:a="http://schemas.openxmlformats.org/drawingml/2006/main">
              <a:ext uri="{FF2B5EF4-FFF2-40B4-BE49-F238E27FC236}">
                <a16:creationId xmlns:a16="http://schemas.microsoft.com/office/drawing/2014/main" id="{B998543B-669D-482A-80E3-B9750C3D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385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놓기</a:t>
            </a:r>
          </a:p>
        </p:txBody>
      </p:sp>
      <p:sp>
        <p:nvSpPr>
          <p:cNvPr id="13" name="03 Step 03 | instruction">
            <a:extLst xmlns:a="http://schemas.openxmlformats.org/drawingml/2006/main">
              <a:ext uri="{FF2B5EF4-FFF2-40B4-BE49-F238E27FC236}">
                <a16:creationId xmlns:a16="http://schemas.microsoft.com/office/drawing/2014/main" id="{3932A38E-B1CD-4476-8A2C-D055CB35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놓을 수 있습니다. 다음 절단에서 다시 누릅니다.</a:t>
            </a:r>
          </a:p>
        </p:txBody>
      </p:sp>
      <p:sp>
        <p:nvSpPr>
          <p:cNvPr id="14" name="03 Result strip | paper field">
            <a:extLst xmlns:a="http://schemas.openxmlformats.org/drawingml/2006/main">
              <a:ext uri="{FF2B5EF4-FFF2-40B4-BE49-F238E27FC236}">
                <a16:creationId xmlns:a16="http://schemas.microsoft.com/office/drawing/2014/main" id="{163E4043-FDA7-4831-B72D-F7B72819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 Result strip | cuts number">
            <a:extLst xmlns:a="http://schemas.openxmlformats.org/drawingml/2006/main">
              <a:ext uri="{FF2B5EF4-FFF2-40B4-BE49-F238E27FC236}">
                <a16:creationId xmlns:a16="http://schemas.microsoft.com/office/drawing/2014/main" id="{C3960182-861B-4C25-98D4-4DE232F9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03 Result strip | cuts label">
            <a:extLst xmlns:a="http://schemas.openxmlformats.org/drawingml/2006/main">
              <a:ext uri="{FF2B5EF4-FFF2-40B4-BE49-F238E27FC236}">
                <a16:creationId xmlns:a16="http://schemas.microsoft.com/office/drawing/2014/main" id="{C45F95C1-CDA9-4478-8D9A-219A987E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회 절단</a:t>
            </a:r>
          </a:p>
        </p:txBody>
      </p:sp>
      <p:sp>
        <p:nvSpPr>
          <p:cNvPr id="17" name="03 Result strip | divider">
            <a:extLst xmlns:a="http://schemas.openxmlformats.org/drawingml/2006/main">
              <a:ext uri="{FF2B5EF4-FFF2-40B4-BE49-F238E27FC236}">
                <a16:creationId xmlns:a16="http://schemas.microsoft.com/office/drawing/2014/main" id="{AEE9E791-11D3-443B-818C-10B3F1EA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143500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3 Result strip | pieces number">
            <a:extLst xmlns:a="http://schemas.openxmlformats.org/drawingml/2006/main">
              <a:ext uri="{FF2B5EF4-FFF2-40B4-BE49-F238E27FC236}">
                <a16:creationId xmlns:a16="http://schemas.microsoft.com/office/drawing/2014/main" id="{4740BD0F-AF69-4C9F-B784-84C9BE00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9" name="03 Result strip | pieces label">
            <a:extLst xmlns:a="http://schemas.openxmlformats.org/drawingml/2006/main">
              <a:ext uri="{FF2B5EF4-FFF2-40B4-BE49-F238E27FC236}">
                <a16:creationId xmlns:a16="http://schemas.microsoft.com/office/drawing/2014/main" id="{0F9114CB-19D1-4A6D-BD86-607571EF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38750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조각 완성</a:t>
            </a:r>
          </a:p>
        </p:txBody>
      </p:sp>
    </p:spTree>
    <p:extLst>
      <p:ext uri="{BB962C8B-B14F-4D97-AF65-F5344CB8AC3E}">
        <p14:creationId xmlns:p14="http://schemas.microsoft.com/office/powerpoint/2010/main" val="1342949425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04 Rules | display title">
            <a:extLst>
              <a:ext uri="{FF2B5EF4-FFF2-40B4-BE49-F238E27FC236}">
                <ns2:creationId id="{085B0A2C-37DF-4C53-BBE2-030A2F7AEC8D}"/>
              </a:ext>
            </a:extLst>
          </p:cNvPr>
          <p:cNvSpPr>
            <a:spLocks noGrp="1"/>
          </p:cNvSpPr>
          <p:nvPr/>
        </p:nvSpPr>
        <p:spPr>
          <a:xfrm>
            <a:off x="933450" y="57150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12000"/>
              </a:lnSpc>
              <a:buNone/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RULES</a:t>
            </a:r>
          </a:p>
        </p:txBody>
      </p:sp>
      <p:sp>
        <p:nvSpPr>
          <p:cNvPr id="2" name="04 Rules | title rule">
            <a:extLst>
              <a:ext uri="{FF2B5EF4-FFF2-40B4-BE49-F238E27FC236}">
                <ns2:creationId id="{7C0B41E6-381C-4C72-A670-FBEA9CC63EB8}"/>
              </a:ext>
            </a:extLst>
          </p:cNvPr>
          <p:cNvSpPr>
            <a:spLocks noGrp="1"/>
          </p:cNvSpPr>
          <p:nvPr/>
        </p:nvSpPr>
        <p:spPr>
          <a:xfrm>
            <a:off x="952500" y="1257300"/>
            <a:ext cx="10287000" cy="19050"/>
          </a:xfrm>
          <a:prstGeom prst="rect">
            <a:avLst/>
          </a:prstGeom>
          <a:solidFill>
            <a:srgbClr val="D7CFC2"/>
          </a:solidFill>
          <a:ln w="0">
            <a:noFill/>
            <a:prstDash val="solid"/>
          </a:ln>
        </p:spPr>
      </p:sp>
      <p:sp>
        <p:nvSpPr>
          <p:cNvPr id="3" name="04 Rules | saffron marker">
            <a:extLst>
              <a:ext uri="{FF2B5EF4-FFF2-40B4-BE49-F238E27FC236}">
                <ns2:creationId id="{6D04F6AA-AB09-40E4-957A-848A13634437}"/>
              </a:ext>
            </a:extLst>
          </p:cNvPr>
          <p:cNvSpPr>
            <a:spLocks noGrp="1"/>
          </p:cNvSpPr>
          <p:nvPr/>
        </p:nvSpPr>
        <p:spPr>
          <a:xfrm>
            <a:off x="11325225" y="1200150"/>
            <a:ext cx="133350" cy="133350"/>
          </a:xfrm>
          <a:prstGeom prst="diamond">
            <a:avLst/>
          </a:prstGeom>
          <a:solidFill>
            <a:srgbClr val="D39A3F"/>
          </a:solidFill>
          <a:ln w="0">
            <a:noFill/>
            <a:prstDash val="solid"/>
          </a:ln>
        </p:spPr>
      </p:sp>
      <p:graphicFrame>
        <p:nvGraphicFramePr>
          <p:cNvPr id="4" name="">
            <a:extLst>
              <a:ext uri="{FF2B5EF4-FFF2-40B4-BE49-F238E27FC236}">
                <ns2:creationId id="{13C028DF-9621-47A8-A6D4-57F00D8B585D}"/>
              </a:ext>
            </a:extLst>
          </p:cNvPr>
          <p:cNvGraphicFramePr/>
          <p:nvPr/>
        </p:nvGraphicFramePr>
        <p:xfrm>
          <a:off x="952500" y="1638300"/>
          <a:ext cx="10287000" cy="3371850"/>
        </p:xfrm>
        <a:graphic>
          <a:graphicData uri="http://schemas.openxmlformats.org/drawingml/2006/table">
            <a:tbl>
              <a:tblPr firstRow="0" bandRow="0"/>
              <a:tblGrid>
                <a:gridCol w="4286250"/>
                <a:gridCol w="6000750"/>
              </a:tblGrid>
              <a:tr h="552450"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493C34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493C34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세로 왕복 1회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1회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짧은 움직임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무시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잘못된 방향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미인정, 10점 차감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0점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고기로 재시작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</a:tr>
            </a:tbl>
          </a:graphicData>
        </a:graphic>
      </p:graphicFrame>
      <p:sp>
        <p:nvSpPr>
          <p:cNvPr id="5" name="04 Rules | horizontal divider 230">
            <a:extLst>
              <a:ext uri="{FF2B5EF4-FFF2-40B4-BE49-F238E27FC236}">
                <ns2:creationId id="{5EC4B19F-B83F-4136-BC88-8FFCD00DB901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0287000" cy="9525"/>
          </a:xfrm>
          <a:prstGeom prst="rect">
            <a:avLst/>
          </a:prstGeom>
          <a:solidFill>
            <a:srgbClr val="493C34"/>
          </a:solidFill>
          <a:ln w="0">
            <a:noFill/>
            <a:prstDash val="solid"/>
          </a:ln>
        </p:spPr>
      </p:sp>
      <p:sp>
        <p:nvSpPr>
          <p:cNvPr id="6" name="04 Rules | horizontal divider 304">
            <a:extLst>
              <a:ext uri="{FF2B5EF4-FFF2-40B4-BE49-F238E27FC236}">
                <ns2:creationId id="{06896598-5928-4FFB-B5E1-B7DF63922228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9525"/>
          </a:xfrm>
          <a:prstGeom prst="rect">
            <a:avLst/>
          </a:prstGeom>
          <a:solidFill>
            <a:srgbClr val="D7CFC2"/>
          </a:solidFill>
          <a:ln w="0">
            <a:noFill/>
            <a:prstDash val="solid"/>
          </a:ln>
        </p:spPr>
      </p:sp>
      <p:sp>
        <p:nvSpPr>
          <p:cNvPr id="7" name="04 Rules | horizontal divider 378">
            <a:extLst>
              <a:ext uri="{FF2B5EF4-FFF2-40B4-BE49-F238E27FC236}">
                <ns2:creationId id="{F5F8D58A-4565-4EBE-93E6-BAE64500D08C}"/>
              </a:ext>
            </a:extLst>
          </p:cNvPr>
          <p:cNvSpPr>
            <a:spLocks noGrp="1"/>
          </p:cNvSpPr>
          <p:nvPr/>
        </p:nvSpPr>
        <p:spPr>
          <a:xfrm>
            <a:off x="952500" y="3600450"/>
            <a:ext cx="10287000" cy="9525"/>
          </a:xfrm>
          <a:prstGeom prst="rect">
            <a:avLst/>
          </a:prstGeom>
          <a:solidFill>
            <a:srgbClr val="D7CFC2"/>
          </a:solidFill>
          <a:ln w="0">
            <a:noFill/>
            <a:prstDash val="solid"/>
          </a:ln>
        </p:spPr>
      </p:sp>
      <p:sp>
        <p:nvSpPr>
          <p:cNvPr id="8" name="04 Rules | horizontal divider 452">
            <a:extLst>
              <a:ext uri="{FF2B5EF4-FFF2-40B4-BE49-F238E27FC236}">
                <ns2:creationId id="{848CCF10-A4B4-4E61-B926-6652D2441EFA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10287000" cy="9525"/>
          </a:xfrm>
          <a:prstGeom prst="rect">
            <a:avLst/>
          </a:prstGeom>
          <a:solidFill>
            <a:srgbClr val="D7CFC2"/>
          </a:solidFill>
          <a:ln w="0">
            <a:noFill/>
            <a:prstDash val="solid"/>
          </a:ln>
        </p:spPr>
      </p:sp>
      <p:sp>
        <p:nvSpPr>
          <p:cNvPr id="9" name="04 Rules | horizontal divider 526">
            <a:extLst>
              <a:ext uri="{FF2B5EF4-FFF2-40B4-BE49-F238E27FC236}">
                <ns2:creationId id="{ED6E319B-1690-4D9F-BEE3-565EBCD5C64B}"/>
              </a:ext>
            </a:extLst>
          </p:cNvPr>
          <p:cNvSpPr>
            <a:spLocks noGrp="1"/>
          </p:cNvSpPr>
          <p:nvPr/>
        </p:nvSpPr>
        <p:spPr>
          <a:xfrm>
            <a:off x="952500" y="5010150"/>
            <a:ext cx="10287000" cy="9525"/>
          </a:xfrm>
          <a:prstGeom prst="rect">
            <a:avLst/>
          </a:prstGeom>
          <a:solidFill>
            <a:srgbClr val="D7CFC2"/>
          </a:solidFill>
          <a:ln w="0">
            <a:noFill/>
            <a:prstDash val="solid"/>
          </a:ln>
        </p:spPr>
      </p:sp>
      <p:sp>
        <p:nvSpPr>
          <p:cNvPr id="10" name="04 Rules | caveat">
            <a:extLst>
              <a:ext uri="{FF2B5EF4-FFF2-40B4-BE49-F238E27FC236}">
                <ns2:creationId id="{1FBF558F-790A-4774-B0B3-0ED392431FA2}"/>
              </a:ext>
            </a:extLst>
          </p:cNvPr>
          <p:cNvSpPr>
            <a:spLocks noGrp="1"/>
          </p:cNvSpPr>
          <p:nvPr/>
        </p:nvSpPr>
        <p:spPr>
          <a:xfrm>
            <a:off x="971550" y="5429250"/>
            <a:ext cx="1024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lnSpc>
                <a:spcPct val="112000"/>
              </a:lnSpc>
              <a:buNone/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시작 점수 30점. 수치는 개인 설계의 임시값입니다.</a:t>
            </a:r>
          </a:p>
        </p:txBody>
      </p:sp>
    </p:spTree>
    <p:extLst>
      <p:ext uri="{BB962C8B-B14F-4D97-AF65-F5344CB8AC3E}">
        <ns3:creationId val="8481442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5 Before | header tag">
            <a:extLst xmlns:a="http://schemas.openxmlformats.org/drawingml/2006/main">
              <a:ext uri="{FF2B5EF4-FFF2-40B4-BE49-F238E27FC236}">
                <a16:creationId xmlns:a16="http://schemas.microsoft.com/office/drawing/2014/main" id="{C15B59D3-2BA9-46A8-BB42-599EBFF0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5 Before | header">
            <a:extLst xmlns:a="http://schemas.openxmlformats.org/drawingml/2006/main">
              <a:ext uri="{FF2B5EF4-FFF2-40B4-BE49-F238E27FC236}">
                <a16:creationId xmlns:a16="http://schemas.microsoft.com/office/drawing/2014/main" id="{BB4117BB-09B4-40E6-99EF-C19A9D8F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전</a:t>
            </a:r>
          </a:p>
        </p:txBody>
      </p:sp>
      <p:sp>
        <p:nvSpPr>
          <p:cNvPr id="3" name="05 Before | paper field">
            <a:extLst xmlns:a="http://schemas.openxmlformats.org/drawingml/2006/main">
              <a:ext uri="{FF2B5EF4-FFF2-40B4-BE49-F238E27FC236}">
                <a16:creationId xmlns:a16="http://schemas.microsoft.com/office/drawing/2014/main" id="{06BE0DA6-CF02-49CC-AE23-381F7AC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5 Before | copy">
            <a:extLst xmlns:a="http://schemas.openxmlformats.org/drawingml/2006/main">
              <a:ext uri="{FF2B5EF4-FFF2-40B4-BE49-F238E27FC236}">
                <a16:creationId xmlns:a16="http://schemas.microsoft.com/office/drawing/2014/main" id="{80576378-6772-429A-A079-4915B981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마우스 버튼을 오래 누르는 것이 불편했습니다.</a:t>
            </a:r>
          </a:p>
        </p:txBody>
      </p:sp>
      <p:sp>
        <p:nvSpPr>
          <p:cNvPr id="5" name="05 After | header tag">
            <a:extLst xmlns:a="http://schemas.openxmlformats.org/drawingml/2006/main">
              <a:ext uri="{FF2B5EF4-FFF2-40B4-BE49-F238E27FC236}">
                <a16:creationId xmlns:a16="http://schemas.microsoft.com/office/drawing/2014/main" id="{74F6F4CD-7442-43B8-A7D0-07D41AD6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5 After | header">
            <a:extLst xmlns:a="http://schemas.openxmlformats.org/drawingml/2006/main">
              <a:ext uri="{FF2B5EF4-FFF2-40B4-BE49-F238E27FC236}">
                <a16:creationId xmlns:a16="http://schemas.microsoft.com/office/drawing/2014/main" id="{08FC71AB-1827-4148-9BF8-68086AD6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후</a:t>
            </a:r>
          </a:p>
        </p:txBody>
      </p:sp>
      <p:sp>
        <p:nvSpPr>
          <p:cNvPr id="7" name="05 After | paper field">
            <a:extLst xmlns:a="http://schemas.openxmlformats.org/drawingml/2006/main">
              <a:ext uri="{FF2B5EF4-FFF2-40B4-BE49-F238E27FC236}">
                <a16:creationId xmlns:a16="http://schemas.microsoft.com/office/drawing/2014/main" id="{A275CAAC-1274-49EF-BAD0-AEB6074D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5 After | copy">
            <a:extLst xmlns:a="http://schemas.openxmlformats.org/drawingml/2006/main">
              <a:ext uri="{FF2B5EF4-FFF2-40B4-BE49-F238E27FC236}">
                <a16:creationId xmlns:a16="http://schemas.microsoft.com/office/drawing/2014/main" id="{2EDF9008-4186-4F7E-BA8D-D15E85A7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절단마다 버튼을 놓을 수 있게 했습니다.</a:t>
            </a:r>
          </a:p>
        </p:txBody>
      </p:sp>
      <p:sp>
        <p:nvSpPr>
          <p:cNvPr id="9" name="05 Metric | horizontal rule">
            <a:extLst xmlns:a="http://schemas.openxmlformats.org/drawingml/2006/main">
              <a:ext uri="{FF2B5EF4-FFF2-40B4-BE49-F238E27FC236}">
                <a16:creationId xmlns:a16="http://schemas.microsoft.com/office/drawing/2014/main" id="{9F082B86-8C00-4545-A7CA-9F658014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21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5 Metric | numeral">
            <a:extLst xmlns:a="http://schemas.openxmlformats.org/drawingml/2006/main">
              <a:ext uri="{FF2B5EF4-FFF2-40B4-BE49-F238E27FC236}">
                <a16:creationId xmlns:a16="http://schemas.microsoft.com/office/drawing/2014/main" id="{94C6E9D2-D404-4B3A-A5E9-0DBF1429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72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2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52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1" name="05 Metric | Korean unit">
            <a:extLst xmlns:a="http://schemas.openxmlformats.org/drawingml/2006/main">
              <a:ext uri="{FF2B5EF4-FFF2-40B4-BE49-F238E27FC236}">
                <a16:creationId xmlns:a16="http://schemas.microsoft.com/office/drawing/2014/main" id="{EA488D20-99C3-4F4E-9C07-D09BAC80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8147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번의 절단</a:t>
            </a:r>
          </a:p>
        </p:txBody>
      </p:sp>
      <p:sp>
        <p:nvSpPr>
          <p:cNvPr id="12" name="05 Caveat">
            <a:extLst xmlns:a="http://schemas.openxmlformats.org/drawingml/2006/main">
              <a:ext uri="{FF2B5EF4-FFF2-40B4-BE49-F238E27FC236}">
                <a16:creationId xmlns:a16="http://schemas.microsoft.com/office/drawing/2014/main" id="{0BA33430-92A9-400C-86B4-E827941C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반복 주문에서의 피로감은 추가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70975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2026-10-09T05:15:05.9240000Z</dcterms:created>
  <dcterms:modified xsi:type="dcterms:W3CDTF">2026-10-09T05:15:05.9240000Z</dcterms:modified>
</coreProperties>
</file>