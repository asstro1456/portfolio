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d0f0ec1314393" /><Relationship Type="http://schemas.openxmlformats.org/officeDocument/2006/relationships/extended-properties" Target="/docProps/app.xml" Id="Rce7e16bad9a34510" /><Relationship Type="http://schemas.openxmlformats.org/officeDocument/2006/relationships/officeDocument" Target="/ppt/presentation.xml" Id="R75453187798448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845d07cc345e3"/>
  </p:sldMasterIdLst>
  <p:notesMasterIdLst>
    <p:notesMasterId xmlns:r="http://schemas.openxmlformats.org/officeDocument/2006/relationships" r:id="R3ce60efe030e468d"/>
  </p:notesMasterIdLst>
  <p:sldIdLst>
    <p:sldId xmlns:r="http://schemas.openxmlformats.org/officeDocument/2006/relationships" id="256" r:id="Rf7c4bc4b84924fe7"/>
    <p:sldId xmlns:r="http://schemas.openxmlformats.org/officeDocument/2006/relationships" id="257" r:id="R24e29a3f5c3044aa"/>
    <p:sldId xmlns:r="http://schemas.openxmlformats.org/officeDocument/2006/relationships" id="258" r:id="R5af7f266cbe947fa"/>
    <p:sldId xmlns:r="http://schemas.openxmlformats.org/officeDocument/2006/relationships" id="259" r:id="Rdbaba6ee7309404b"/>
    <p:sldId xmlns:r="http://schemas.openxmlformats.org/officeDocument/2006/relationships" id="260" r:id="R0738f3a4f93c42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9fb1b2e8949be" /><Relationship Type="http://schemas.openxmlformats.org/officeDocument/2006/relationships/slideMaster" Target="/ppt/slideMasters/slideMaster1.xml" Id="Reae845d07cc345e3" /><Relationship Type="http://schemas.openxmlformats.org/officeDocument/2006/relationships/notesMaster" Target="/ppt/notesMasters/notesMaster1.xml" Id="R3ce60efe030e468d" /><Relationship Type="http://schemas.openxmlformats.org/officeDocument/2006/relationships/presProps" Target="/ppt/presProps.xml" Id="R7023260dabd74f73" /><Relationship Type="http://schemas.openxmlformats.org/officeDocument/2006/relationships/tableStyles" Target="/ppt/tableStyles.xml" Id="Rb2f38522daa34044" /><Relationship Type="http://schemas.openxmlformats.org/officeDocument/2006/relationships/slide" Target="/ppt/slides/slide1.xml" Id="Rf7c4bc4b84924fe7" /><Relationship Type="http://schemas.openxmlformats.org/officeDocument/2006/relationships/slide" Target="/ppt/slides/slide2.xml" Id="R24e29a3f5c3044aa" /><Relationship Type="http://schemas.openxmlformats.org/officeDocument/2006/relationships/slide" Target="/ppt/slides/slide3.xml" Id="R5af7f266cbe947fa" /><Relationship Type="http://schemas.openxmlformats.org/officeDocument/2006/relationships/slide" Target="/ppt/slides/slide4.xml" Id="Rdbaba6ee7309404b" /><Relationship Type="http://schemas.openxmlformats.org/officeDocument/2006/relationships/slide" Target="/ppt/slides/slide5.xml" Id="R0738f3a4f93c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a3e1cc4bb45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b62c00ef4d4c76" /><Relationship Type="http://schemas.openxmlformats.org/officeDocument/2006/relationships/notesMaster" Target="/ppt/notesMasters/notesMaster1.xml" Id="R3a153827c8a34d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d8f7356761465c" /><Relationship Type="http://schemas.openxmlformats.org/officeDocument/2006/relationships/notesMaster" Target="/ppt/notesMasters/notesMaster1.xml" Id="R75296db5b27347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6bbe6c8a145f4" /><Relationship Type="http://schemas.openxmlformats.org/officeDocument/2006/relationships/notesMaster" Target="/ppt/notesMasters/notesMaster1.xml" Id="Rf1252116f6ba4f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491b14b59477c" /><Relationship Type="http://schemas.openxmlformats.org/officeDocument/2006/relationships/notesMaster" Target="/ppt/notesMasters/notesMaster1.xml" Id="R906f2a75d30d45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94c759f93940d2" /><Relationship Type="http://schemas.openxmlformats.org/officeDocument/2006/relationships/notesMaster" Target="/ppt/notesMasters/notesMaster1.xml" Id="R547ea86b5b92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bf7a15d5f4d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9de07cd2e49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cff9211f2943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69fb28a2c4d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10d80ce3a47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3b711af104d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A5487-8F77-4F99-94B0-28CDF5F62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00FF91-1E16-4280-A413-1B7654AEE6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A60190-09E5-4F59-979A-722824017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1C964-BF36-48AB-BD92-95D4B78869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03E674-438F-4D5C-8DBA-BD6E10F1F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6B09F2-1291-4E05-8FB7-FA089C1956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A31A3A-2700-469C-85A0-642F087E1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FF91A9-7629-4245-B016-5A383C945E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9B1B3A-5B97-495D-822F-FCEFC297F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8ABBA8-FABF-47C1-876D-A0C113DE5E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b386233c2c422d" /><Relationship Type="http://schemas.openxmlformats.org/officeDocument/2006/relationships/slideLayout" Target="/ppt/slideLayouts/slideLayout1.xml" Id="R5a150e40c75347ff" /><Relationship Type="http://schemas.openxmlformats.org/officeDocument/2006/relationships/slideLayout" Target="/ppt/slideLayouts/slideLayout2.xml" Id="Reca6cb19b6a241a8" /><Relationship Type="http://schemas.openxmlformats.org/officeDocument/2006/relationships/slideLayout" Target="/ppt/slideLayouts/slideLayout3.xml" Id="R798e2d5e0bcd455d" /><Relationship Type="http://schemas.openxmlformats.org/officeDocument/2006/relationships/slideLayout" Target="/ppt/slideLayouts/slideLayout4.xml" Id="Rc24a78fb77bc4cb1" /><Relationship Type="http://schemas.openxmlformats.org/officeDocument/2006/relationships/slideLayout" Target="/ppt/slideLayouts/slideLayout5.xml" Id="R55f6c1a25dad4240" /><Relationship Type="http://schemas.openxmlformats.org/officeDocument/2006/relationships/slideLayout" Target="/ppt/slideLayouts/slideLayout6.xml" Id="Rf6a60e633a1641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150e40c75347ff"/>
    <p:sldLayoutId xmlns:r="http://schemas.openxmlformats.org/officeDocument/2006/relationships" id="2147483650" r:id="Reca6cb19b6a241a8"/>
    <p:sldLayoutId xmlns:r="http://schemas.openxmlformats.org/officeDocument/2006/relationships" id="2147483651" r:id="R798e2d5e0bcd455d"/>
    <p:sldLayoutId xmlns:r="http://schemas.openxmlformats.org/officeDocument/2006/relationships" id="2147483652" r:id="Rc24a78fb77bc4cb1"/>
    <p:sldLayoutId xmlns:r="http://schemas.openxmlformats.org/officeDocument/2006/relationships" id="2147483653" r:id="R55f6c1a25dad4240"/>
    <p:sldLayoutId xmlns:r="http://schemas.openxmlformats.org/officeDocument/2006/relationships" id="2147483654" r:id="Rf6a60e633a1641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b989754f274f9e" /><Relationship Type="http://schemas.openxmlformats.org/officeDocument/2006/relationships/notesSlide" Target="/ppt/notesSlides/notesSlide1.xml" Id="R11fe32ba72f445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08c9ab32c406e" /><Relationship Type="http://schemas.openxmlformats.org/officeDocument/2006/relationships/image" Target="/ppt/media/image.jpeg" Id="R5b0262f455a046d4" /><Relationship Type="http://schemas.openxmlformats.org/officeDocument/2006/relationships/image" Target="/ppt/media/image2.jpeg" Id="R608b2b2be4da495b" /><Relationship Type="http://schemas.openxmlformats.org/officeDocument/2006/relationships/notesSlide" Target="/ppt/notesSlides/notesSlide2.xml" Id="R849c0d097cd543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955f5c0ad445d" /><Relationship Type="http://schemas.openxmlformats.org/officeDocument/2006/relationships/notesSlide" Target="/ppt/notesSlides/notesSlide3.xml" Id="R23f1e8fdde7e44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82e3be46348da" /><Relationship Type="http://schemas.openxmlformats.org/officeDocument/2006/relationships/notesSlide" Target="/ppt/notesSlides/notesSlide4.xml" Id="R7042eb41ad16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9268f776947b8" /><Relationship Type="http://schemas.openxmlformats.org/officeDocument/2006/relationships/notesSlide" Target="/ppt/notesSlides/notesSlide5.xml" Id="Rc9e86ee0e9724c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Banner | brown field">
            <a:extLst xmlns:a="http://schemas.openxmlformats.org/drawingml/2006/main">
              <a:ext uri="{FF2B5EF4-FFF2-40B4-BE49-F238E27FC236}">
                <a16:creationId xmlns:a16="http://schemas.microsoft.com/office/drawing/2014/main" id="{D360EC22-102E-4C15-8014-44DB49D3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42950"/>
            <a:ext cx="822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1 Banner | English title">
            <a:extLst xmlns:a="http://schemas.openxmlformats.org/drawingml/2006/main">
              <a:ext uri="{FF2B5EF4-FFF2-40B4-BE49-F238E27FC236}">
                <a16:creationId xmlns:a16="http://schemas.microsoft.com/office/drawing/2014/main" id="{AE22E54A-0506-4A9B-87AB-6F20AAE5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144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EEE9DF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3" name="01 Banner | subtitle rule">
            <a:extLst xmlns:a="http://schemas.openxmlformats.org/drawingml/2006/main">
              <a:ext uri="{FF2B5EF4-FFF2-40B4-BE49-F238E27FC236}">
                <a16:creationId xmlns:a16="http://schemas.microsoft.com/office/drawing/2014/main" id="{D7018619-12B2-4F5B-8CD2-091C59A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954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1 Banner | Korean subtitle">
            <a:extLst xmlns:a="http://schemas.openxmlformats.org/drawingml/2006/main">
              <a:ext uri="{FF2B5EF4-FFF2-40B4-BE49-F238E27FC236}">
                <a16:creationId xmlns:a16="http://schemas.microsoft.com/office/drawing/2014/main" id="{BD03FE13-FA6E-48D3-89D1-4001C1EC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3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조작과 판정</a:t>
            </a:r>
          </a:p>
        </p:txBody>
      </p:sp>
      <p:sp>
        <p:nvSpPr>
          <p:cNvPr id="5" name="01 Section | number">
            <a:extLst xmlns:a="http://schemas.openxmlformats.org/drawingml/2006/main">
              <a:ext uri="{FF2B5EF4-FFF2-40B4-BE49-F238E27FC236}">
                <a16:creationId xmlns:a16="http://schemas.microsoft.com/office/drawing/2014/main" id="{EE7A4FD2-645F-4B00-90DC-280EC3DB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476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6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6" name="01 Section | English title">
            <a:extLst xmlns:a="http://schemas.openxmlformats.org/drawingml/2006/main">
              <a:ext uri="{FF2B5EF4-FFF2-40B4-BE49-F238E27FC236}">
                <a16:creationId xmlns:a16="http://schemas.microsoft.com/office/drawing/2014/main" id="{146C2D25-A333-4E11-9777-1C38A578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7" name="01 Section | title rule">
            <a:extLst xmlns:a="http://schemas.openxmlformats.org/drawingml/2006/main">
              <a:ext uri="{FF2B5EF4-FFF2-40B4-BE49-F238E27FC236}">
                <a16:creationId xmlns:a16="http://schemas.microsoft.com/office/drawing/2014/main" id="{BAAFE3AF-695E-40DD-816C-CDDE3CCE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1 Section | saffron marker">
            <a:extLst xmlns:a="http://schemas.openxmlformats.org/drawingml/2006/main">
              <a:ext uri="{FF2B5EF4-FFF2-40B4-BE49-F238E27FC236}">
                <a16:creationId xmlns:a16="http://schemas.microsoft.com/office/drawing/2014/main" id="{94307003-7557-482B-A3A5-1E381FD1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1 Section | Korean subtitle">
            <a:extLst xmlns:a="http://schemas.openxmlformats.org/drawingml/2006/main">
              <a:ext uri="{FF2B5EF4-FFF2-40B4-BE49-F238E27FC236}">
                <a16:creationId xmlns:a16="http://schemas.microsoft.com/office/drawing/2014/main" id="{C8461BD6-1E7C-4FB0-9B7C-295EE8F0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01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절단을 기준으로 입력을 판정합니다</a:t>
            </a:r>
          </a:p>
        </p:txBody>
      </p:sp>
    </p:spTree>
    <p:extLst>
      <p:ext uri="{BB962C8B-B14F-4D97-AF65-F5344CB8AC3E}">
        <p14:creationId xmlns:p14="http://schemas.microsoft.com/office/powerpoint/2010/main" val="1723118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2 Main photo | paper mat">
            <a:extLst xmlns:a="http://schemas.openxmlformats.org/drawingml/2006/main">
              <a:ext uri="{FF2B5EF4-FFF2-40B4-BE49-F238E27FC236}">
                <a16:creationId xmlns:a16="http://schemas.microsoft.com/office/drawing/2014/main" id="{AFCC68D2-490A-430F-822A-A209608F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52387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42275-001A-492A-9278-1769418764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262f455a046d4"/>
          <a:stretch xmlns:a="http://schemas.openxmlformats.org/drawingml/2006/main"/>
        </p:blipFill>
        <p:spPr>
          <a:xfrm xmlns:a="http://schemas.openxmlformats.org/drawingml/2006/main">
            <a:off x="1028700" y="1028700"/>
            <a:ext cx="4895850" cy="4895850"/>
          </a:xfrm>
          <a:prstGeom xmlns:a="http://schemas.openxmlformats.org/drawingml/2006/main" prst="rect">
            <a:avLst/>
          </a:prstGeom>
        </p:spPr>
      </p:pic>
      <p:sp>
        <p:nvSpPr>
          <p:cNvPr id="3" name="02 Main photo | caption">
            <a:extLst xmlns:a="http://schemas.openxmlformats.org/drawingml/2006/main">
              <a:ext uri="{FF2B5EF4-FFF2-40B4-BE49-F238E27FC236}">
                <a16:creationId xmlns:a16="http://schemas.microsoft.com/office/drawing/2014/main" id="{D2A50F43-4B07-40A7-A459-5EDF125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4" name="02 Secondary photo | paper mat">
            <a:extLst xmlns:a="http://schemas.openxmlformats.org/drawingml/2006/main">
              <a:ext uri="{FF2B5EF4-FFF2-40B4-BE49-F238E27FC236}">
                <a16:creationId xmlns:a16="http://schemas.microsoft.com/office/drawing/2014/main" id="{560E87F3-A658-4D30-8FE6-75DB3D29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638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2391F-9B7D-433E-8918-640300BB29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b2b2be4da495b"/>
          <a:stretch xmlns:a="http://schemas.openxmlformats.org/drawingml/2006/main"/>
        </p:blipFill>
        <p:spPr>
          <a:xfrm xmlns:a="http://schemas.openxmlformats.org/drawingml/2006/main">
            <a:off x="7591425" y="2800350"/>
            <a:ext cx="2781300" cy="2781300"/>
          </a:xfrm>
          <a:prstGeom xmlns:a="http://schemas.openxmlformats.org/drawingml/2006/main" prst="rect">
            <a:avLst/>
          </a:prstGeom>
        </p:spPr>
      </p:pic>
      <p:sp>
        <p:nvSpPr>
          <p:cNvPr id="6" name="02 Secondary photo | caption">
            <a:extLst xmlns:a="http://schemas.openxmlformats.org/drawingml/2006/main">
              <a:ext uri="{FF2B5EF4-FFF2-40B4-BE49-F238E27FC236}">
                <a16:creationId xmlns:a16="http://schemas.microsoft.com/office/drawing/2014/main" id="{EF09C885-FB1C-47FA-97ED-95662F28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816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애플파이</a:t>
            </a:r>
          </a:p>
        </p:txBody>
      </p:sp>
    </p:spTree>
    <p:extLst>
      <p:ext uri="{BB962C8B-B14F-4D97-AF65-F5344CB8AC3E}">
        <p14:creationId xmlns:p14="http://schemas.microsoft.com/office/powerpoint/2010/main" val="794355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 Process | connector rule">
            <a:extLst xmlns:a="http://schemas.openxmlformats.org/drawingml/2006/main">
              <a:ext uri="{FF2B5EF4-FFF2-40B4-BE49-F238E27FC236}">
                <a16:creationId xmlns:a16="http://schemas.microsoft.com/office/drawing/2014/main" id="{E35A9343-4627-4C99-8954-D0B1DC6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3 Step 01 | number">
            <a:extLst xmlns:a="http://schemas.openxmlformats.org/drawingml/2006/main">
              <a:ext uri="{FF2B5EF4-FFF2-40B4-BE49-F238E27FC236}">
                <a16:creationId xmlns:a16="http://schemas.microsoft.com/office/drawing/2014/main" id="{77F4476B-002E-4D06-AF7F-022D8D1E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" name="03 Step 01 | saffron marker">
            <a:extLst xmlns:a="http://schemas.openxmlformats.org/drawingml/2006/main">
              <a:ext uri="{FF2B5EF4-FFF2-40B4-BE49-F238E27FC236}">
                <a16:creationId xmlns:a16="http://schemas.microsoft.com/office/drawing/2014/main" id="{C19E776D-7722-4D2D-A9FD-69EE4B21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3 Step 01 | title">
            <a:extLst xmlns:a="http://schemas.openxmlformats.org/drawingml/2006/main">
              <a:ext uri="{FF2B5EF4-FFF2-40B4-BE49-F238E27FC236}">
                <a16:creationId xmlns:a16="http://schemas.microsoft.com/office/drawing/2014/main" id="{5FDF09EB-33B8-4058-B19D-AE3E58C3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01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누르기</a:t>
            </a:r>
          </a:p>
        </p:txBody>
      </p:sp>
      <p:sp>
        <p:nvSpPr>
          <p:cNvPr id="5" name="03 Step 01 | instruction">
            <a:extLst xmlns:a="http://schemas.openxmlformats.org/drawingml/2006/main">
              <a:ext uri="{FF2B5EF4-FFF2-40B4-BE49-F238E27FC236}">
                <a16:creationId xmlns:a16="http://schemas.microsoft.com/office/drawing/2014/main" id="{278040F2-C776-4CE4-85CB-C8B44401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192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마우스 버튼을 누릅니다.</a:t>
            </a:r>
          </a:p>
        </p:txBody>
      </p:sp>
      <p:sp>
        <p:nvSpPr>
          <p:cNvPr id="6" name="03 Step 02 | number">
            <a:extLst xmlns:a="http://schemas.openxmlformats.org/drawingml/2006/main">
              <a:ext uri="{FF2B5EF4-FFF2-40B4-BE49-F238E27FC236}">
                <a16:creationId xmlns:a16="http://schemas.microsoft.com/office/drawing/2014/main" id="{96EC26DA-110D-4050-98D6-727950AC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7" name="03 Step 02 | saffron marker">
            <a:extLst xmlns:a="http://schemas.openxmlformats.org/drawingml/2006/main">
              <a:ext uri="{FF2B5EF4-FFF2-40B4-BE49-F238E27FC236}">
                <a16:creationId xmlns:a16="http://schemas.microsoft.com/office/drawing/2014/main" id="{30D35139-8ADA-4A58-89D6-F440EC8E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3 Step 02 | title">
            <a:extLst xmlns:a="http://schemas.openxmlformats.org/drawingml/2006/main">
              <a:ext uri="{FF2B5EF4-FFF2-40B4-BE49-F238E27FC236}">
                <a16:creationId xmlns:a16="http://schemas.microsoft.com/office/drawing/2014/main" id="{3ED9B2B6-AC46-4093-BE6D-64DA842C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193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왕복해서 자르기</a:t>
            </a:r>
          </a:p>
        </p:txBody>
      </p:sp>
      <p:sp>
        <p:nvSpPr>
          <p:cNvPr id="9" name="03 Step 02 | instruction">
            <a:extLst xmlns:a="http://schemas.openxmlformats.org/drawingml/2006/main">
              <a:ext uri="{FF2B5EF4-FFF2-40B4-BE49-F238E27FC236}">
                <a16:creationId xmlns:a16="http://schemas.microsoft.com/office/drawing/2014/main" id="{8FC8AD4F-8AA0-48A1-850B-5C8FEC9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누른 채 위아래로 한 번 왕복하면 절단 1회로 인정합니다.</a:t>
            </a:r>
          </a:p>
        </p:txBody>
      </p:sp>
      <p:sp>
        <p:nvSpPr>
          <p:cNvPr id="10" name="03 Step 03 | number">
            <a:extLst xmlns:a="http://schemas.openxmlformats.org/drawingml/2006/main">
              <a:ext uri="{FF2B5EF4-FFF2-40B4-BE49-F238E27FC236}">
                <a16:creationId xmlns:a16="http://schemas.microsoft.com/office/drawing/2014/main" id="{5B589F01-3FA7-4389-91C9-1AD91256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1" name="03 Step 03 | saffron marker">
            <a:extLst xmlns:a="http://schemas.openxmlformats.org/drawingml/2006/main">
              <a:ext uri="{FF2B5EF4-FFF2-40B4-BE49-F238E27FC236}">
                <a16:creationId xmlns:a16="http://schemas.microsoft.com/office/drawing/2014/main" id="{89BA966B-17D1-4E28-92F3-63A67117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3 Step 03 | title">
            <a:extLst xmlns:a="http://schemas.openxmlformats.org/drawingml/2006/main">
              <a:ext uri="{FF2B5EF4-FFF2-40B4-BE49-F238E27FC236}">
                <a16:creationId xmlns:a16="http://schemas.microsoft.com/office/drawing/2014/main" id="{7EDDC896-DBD7-4846-931E-F45FDA21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385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놓기</a:t>
            </a:r>
          </a:p>
        </p:txBody>
      </p:sp>
      <p:sp>
        <p:nvSpPr>
          <p:cNvPr id="13" name="03 Step 03 | instruction">
            <a:extLst xmlns:a="http://schemas.openxmlformats.org/drawingml/2006/main">
              <a:ext uri="{FF2B5EF4-FFF2-40B4-BE49-F238E27FC236}">
                <a16:creationId xmlns:a16="http://schemas.microsoft.com/office/drawing/2014/main" id="{4AC287DD-CF9F-447B-9DE0-2F2E8F88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놓을 수 있습니다. 다음 절단에서 다시 누릅니다.</a:t>
            </a:r>
          </a:p>
        </p:txBody>
      </p:sp>
      <p:sp>
        <p:nvSpPr>
          <p:cNvPr id="14" name="03 Result strip | paper field">
            <a:extLst xmlns:a="http://schemas.openxmlformats.org/drawingml/2006/main">
              <a:ext uri="{FF2B5EF4-FFF2-40B4-BE49-F238E27FC236}">
                <a16:creationId xmlns:a16="http://schemas.microsoft.com/office/drawing/2014/main" id="{F45EAF7E-EFC3-40B9-9FAD-E3ADB82A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 Result strip | cuts number">
            <a:extLst xmlns:a="http://schemas.openxmlformats.org/drawingml/2006/main">
              <a:ext uri="{FF2B5EF4-FFF2-40B4-BE49-F238E27FC236}">
                <a16:creationId xmlns:a16="http://schemas.microsoft.com/office/drawing/2014/main" id="{27BAC128-ECB1-4CDD-A694-A1B65965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6" name="03 Result strip | cuts label">
            <a:extLst xmlns:a="http://schemas.openxmlformats.org/drawingml/2006/main">
              <a:ext uri="{FF2B5EF4-FFF2-40B4-BE49-F238E27FC236}">
                <a16:creationId xmlns:a16="http://schemas.microsoft.com/office/drawing/2014/main" id="{C051034C-6A01-4D01-A4A4-02E9E26E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회 절단</a:t>
            </a:r>
          </a:p>
        </p:txBody>
      </p:sp>
      <p:sp>
        <p:nvSpPr>
          <p:cNvPr id="17" name="03 Result strip | divider">
            <a:extLst xmlns:a="http://schemas.openxmlformats.org/drawingml/2006/main">
              <a:ext uri="{FF2B5EF4-FFF2-40B4-BE49-F238E27FC236}">
                <a16:creationId xmlns:a16="http://schemas.microsoft.com/office/drawing/2014/main" id="{43F51F92-BDCF-4D00-9EEB-02074CB3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14350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 Result strip | pieces number">
            <a:extLst xmlns:a="http://schemas.openxmlformats.org/drawingml/2006/main">
              <a:ext uri="{FF2B5EF4-FFF2-40B4-BE49-F238E27FC236}">
                <a16:creationId xmlns:a16="http://schemas.microsoft.com/office/drawing/2014/main" id="{B30E8D01-43C0-4228-BA22-B4FCC4DD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75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9" name="03 Result strip | pieces label">
            <a:extLst xmlns:a="http://schemas.openxmlformats.org/drawingml/2006/main">
              <a:ext uri="{FF2B5EF4-FFF2-40B4-BE49-F238E27FC236}">
                <a16:creationId xmlns:a16="http://schemas.microsoft.com/office/drawing/2014/main" id="{CC0BBF78-3F5C-4631-B886-789F5DA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조각 완성</a:t>
            </a:r>
          </a:p>
        </p:txBody>
      </p:sp>
    </p:spTree>
    <p:extLst>
      <p:ext uri="{BB962C8B-B14F-4D97-AF65-F5344CB8AC3E}">
        <p14:creationId xmlns:p14="http://schemas.microsoft.com/office/powerpoint/2010/main" val="2042296159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04 Rules | display title">
            <a:extLst>
              <a:ext uri="{FF2B5EF4-FFF2-40B4-BE49-F238E27FC236}">
                <ns2:creationId id="{908D2187-57E3-4266-B167-15B821A0E566}"/>
              </a:ext>
            </a:extLst>
          </p:cNvPr>
          <p:cNvSpPr>
            <a:spLocks noGrp="1"/>
          </p:cNvSpPr>
          <p:nvPr/>
        </p:nvSpPr>
        <p:spPr>
          <a:xfrm>
            <a:off x="933450" y="57150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lnSpc>
                <a:spcPct val="112000"/>
              </a:lnSpc>
              <a:buNone/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RULES</a:t>
            </a:r>
          </a:p>
        </p:txBody>
      </p:sp>
      <p:sp>
        <p:nvSpPr>
          <p:cNvPr id="2" name="04 Rules | title rule">
            <a:extLst>
              <a:ext uri="{FF2B5EF4-FFF2-40B4-BE49-F238E27FC236}">
                <ns2:creationId id="{1C93FC39-0CCF-4C0C-BD3C-84504432E101}"/>
              </a:ext>
            </a:extLst>
          </p:cNvPr>
          <p:cNvSpPr>
            <a:spLocks noGrp="1"/>
          </p:cNvSpPr>
          <p:nvPr/>
        </p:nvSpPr>
        <p:spPr>
          <a:xfrm>
            <a:off x="952500" y="1257300"/>
            <a:ext cx="10287000" cy="19050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3" name="04 Rules | saffron marker">
            <a:extLst>
              <a:ext uri="{FF2B5EF4-FFF2-40B4-BE49-F238E27FC236}">
                <ns2:creationId id="{B9EFDA87-5895-4EFC-B10E-B4BE57DC0E5B}"/>
              </a:ext>
            </a:extLst>
          </p:cNvPr>
          <p:cNvSpPr>
            <a:spLocks noGrp="1"/>
          </p:cNvSpPr>
          <p:nvPr/>
        </p:nvSpPr>
        <p:spPr>
          <a:xfrm>
            <a:off x="11325225" y="1200150"/>
            <a:ext cx="133350" cy="133350"/>
          </a:xfrm>
          <a:prstGeom prst="diamond">
            <a:avLst/>
          </a:prstGeom>
          <a:solidFill>
            <a:srgbClr val="D39A3F"/>
          </a:solidFill>
          <a:ln w="0">
            <a:noFill/>
            <a:prstDash val="solid"/>
          </a:ln>
        </p:spPr>
      </p:sp>
      <p:graphicFrame>
        <p:nvGraphicFramePr>
          <p:cNvPr id="4" name="">
            <a:extLst>
              <a:ext uri="{FF2B5EF4-FFF2-40B4-BE49-F238E27FC236}">
                <ns2:creationId id="{2F3AC687-0CAF-437F-88C5-443BBF15D24A}"/>
              </a:ext>
            </a:extLst>
          </p:cNvPr>
          <p:cNvGraphicFramePr/>
          <p:nvPr/>
        </p:nvGraphicFramePr>
        <p:xfrm>
          <a:off x="952500" y="1638300"/>
          <a:ext cx="10287000" cy="3371850"/>
        </p:xfrm>
        <a:graphic>
          <a:graphicData uri="http://schemas.openxmlformats.org/drawingml/2006/table">
            <a:tbl>
              <a:tblPr firstRow="0" bandRow="0"/>
              <a:tblGrid>
                <a:gridCol w="4286250"/>
                <a:gridCol w="6000750"/>
              </a:tblGrid>
              <a:tr h="552450"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493C34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493C34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미인정, 10점 차감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EEE9DF"/>
                    </a:solidFill>
                  </a:tcPr>
                </a:tc>
              </a:tr>
            </a:tbl>
          </a:graphicData>
        </a:graphic>
      </p:graphicFrame>
      <p:sp>
        <p:nvSpPr>
          <p:cNvPr id="5" name="04 Rules | horizontal divider 230">
            <a:extLst>
              <a:ext uri="{FF2B5EF4-FFF2-40B4-BE49-F238E27FC236}">
                <ns2:creationId id="{DD958CD8-7E86-4911-9C2A-54385DAF329C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0287000" cy="9525"/>
          </a:xfrm>
          <a:prstGeom prst="rect">
            <a:avLst/>
          </a:prstGeom>
          <a:solidFill>
            <a:srgbClr val="493C34"/>
          </a:solidFill>
          <a:ln w="0">
            <a:noFill/>
            <a:prstDash val="solid"/>
          </a:ln>
        </p:spPr>
      </p:sp>
      <p:sp>
        <p:nvSpPr>
          <p:cNvPr id="6" name="04 Rules | horizontal divider 304">
            <a:extLst>
              <a:ext uri="{FF2B5EF4-FFF2-40B4-BE49-F238E27FC236}">
                <ns2:creationId id="{777CACF4-37EA-4D65-B9B2-6B4F980DD77A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7" name="04 Rules | horizontal divider 378">
            <a:extLst>
              <a:ext uri="{FF2B5EF4-FFF2-40B4-BE49-F238E27FC236}">
                <ns2:creationId id="{52196CC1-D9A2-4C2E-908C-66C891FCEC3C}"/>
              </a:ext>
            </a:extLst>
          </p:cNvPr>
          <p:cNvSpPr>
            <a:spLocks noGrp="1"/>
          </p:cNvSpPr>
          <p:nvPr/>
        </p:nvSpPr>
        <p:spPr>
          <a:xfrm>
            <a:off x="952500" y="360045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8" name="04 Rules | horizontal divider 452">
            <a:extLst>
              <a:ext uri="{FF2B5EF4-FFF2-40B4-BE49-F238E27FC236}">
                <ns2:creationId id="{F21F3FB9-A481-4358-B84A-AAB2CA431CA7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9" name="04 Rules | horizontal divider 526">
            <a:extLst>
              <a:ext uri="{FF2B5EF4-FFF2-40B4-BE49-F238E27FC236}">
                <ns2:creationId id="{5D1FF1B7-42FD-4319-860E-CF2098EB4C0F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10287000" cy="9525"/>
          </a:xfrm>
          <a:prstGeom prst="rect">
            <a:avLst/>
          </a:prstGeom>
          <a:solidFill>
            <a:srgbClr val="D7CFC2"/>
          </a:solidFill>
          <a:ln w="0">
            <a:noFill/>
            <a:prstDash val="solid"/>
          </a:ln>
        </p:spPr>
      </p:sp>
      <p:sp>
        <p:nvSpPr>
          <p:cNvPr id="10" name="04 Rules | caveat">
            <a:extLst>
              <a:ext uri="{FF2B5EF4-FFF2-40B4-BE49-F238E27FC236}">
                <ns2:creationId id="{14BAA982-0891-43E8-B579-DA9ABEF206D8}"/>
              </a:ext>
            </a:extLst>
          </p:cNvPr>
          <p:cNvSpPr>
            <a:spLocks noGrp="1"/>
          </p:cNvSpPr>
          <p:nvPr/>
        </p:nvSpPr>
        <p:spPr>
          <a:xfrm>
            <a:off x="971550" y="5429250"/>
            <a:ext cx="10248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>
            <a:pPr algn="l">
              <a:lnSpc>
                <a:spcPct val="112000"/>
              </a:lnSpc>
              <a:buNone/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ns3:creationId val="189956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5 Before | header tag">
            <a:extLst xmlns:a="http://schemas.openxmlformats.org/drawingml/2006/main">
              <a:ext uri="{FF2B5EF4-FFF2-40B4-BE49-F238E27FC236}">
                <a16:creationId xmlns:a16="http://schemas.microsoft.com/office/drawing/2014/main" id="{053A792D-B4CA-42EC-B833-4A5A8953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5 Before | header">
            <a:extLst xmlns:a="http://schemas.openxmlformats.org/drawingml/2006/main">
              <a:ext uri="{FF2B5EF4-FFF2-40B4-BE49-F238E27FC236}">
                <a16:creationId xmlns:a16="http://schemas.microsoft.com/office/drawing/2014/main" id="{994D16F2-3CCE-4C19-88A4-28D06B83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전</a:t>
            </a:r>
          </a:p>
        </p:txBody>
      </p:sp>
      <p:sp>
        <p:nvSpPr>
          <p:cNvPr id="3" name="05 Before | paper field">
            <a:extLst xmlns:a="http://schemas.openxmlformats.org/drawingml/2006/main">
              <a:ext uri="{FF2B5EF4-FFF2-40B4-BE49-F238E27FC236}">
                <a16:creationId xmlns:a16="http://schemas.microsoft.com/office/drawing/2014/main" id="{1BFEFDE2-17FA-4E3E-8D04-15FF240F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F8689F09-3093-4587-9C64-1B3C4FA3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5" name="05 After | header tag">
            <a:extLst xmlns:a="http://schemas.openxmlformats.org/drawingml/2006/main">
              <a:ext uri="{FF2B5EF4-FFF2-40B4-BE49-F238E27FC236}">
                <a16:creationId xmlns:a16="http://schemas.microsoft.com/office/drawing/2014/main" id="{85B3061F-C2E9-4A15-9A65-C29D14C3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5 After | header">
            <a:extLst xmlns:a="http://schemas.openxmlformats.org/drawingml/2006/main">
              <a:ext uri="{FF2B5EF4-FFF2-40B4-BE49-F238E27FC236}">
                <a16:creationId xmlns:a16="http://schemas.microsoft.com/office/drawing/2014/main" id="{DBC5969C-9C1C-496A-8504-6CF17841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후</a:t>
            </a:r>
          </a:p>
        </p:txBody>
      </p:sp>
      <p:sp>
        <p:nvSpPr>
          <p:cNvPr id="7" name="05 After | paper field">
            <a:extLst xmlns:a="http://schemas.openxmlformats.org/drawingml/2006/main">
              <a:ext uri="{FF2B5EF4-FFF2-40B4-BE49-F238E27FC236}">
                <a16:creationId xmlns:a16="http://schemas.microsoft.com/office/drawing/2014/main" id="{0105E3BC-A084-4444-ACA6-6F5EDCD2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CCFE82E7-6E1D-4647-9D37-40DE76A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9" name="05 Metric | horizontal rule">
            <a:extLst xmlns:a="http://schemas.openxmlformats.org/drawingml/2006/main">
              <a:ext uri="{FF2B5EF4-FFF2-40B4-BE49-F238E27FC236}">
                <a16:creationId xmlns:a16="http://schemas.microsoft.com/office/drawing/2014/main" id="{8799AE2F-490A-4462-9109-162BD59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5 Metric | numeral">
            <a:extLst xmlns:a="http://schemas.openxmlformats.org/drawingml/2006/main">
              <a:ext uri="{FF2B5EF4-FFF2-40B4-BE49-F238E27FC236}">
                <a16:creationId xmlns:a16="http://schemas.microsoft.com/office/drawing/2014/main" id="{C58817E7-5975-4541-B7BD-4BCB7D97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72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2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250" b="0">
                <a:solidFill>
                  <a:srgbClr val="493C34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" name="05 Metric | Korean unit">
            <a:extLst xmlns:a="http://schemas.openxmlformats.org/drawingml/2006/main">
              <a:ext uri="{FF2B5EF4-FFF2-40B4-BE49-F238E27FC236}">
                <a16:creationId xmlns:a16="http://schemas.microsoft.com/office/drawing/2014/main" id="{DDE56158-E365-4B2E-B118-5E0079A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814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회 절단 후 버튼 해제 가능</a:t>
            </a:r>
          </a:p>
        </p:txBody>
      </p:sp>
      <p:sp>
        <p:nvSpPr>
          <p:cNvPr id="12" name="05 Caveat">
            <a:extLst xmlns:a="http://schemas.openxmlformats.org/drawingml/2006/main">
              <a:ext uri="{FF2B5EF4-FFF2-40B4-BE49-F238E27FC236}">
                <a16:creationId xmlns:a16="http://schemas.microsoft.com/office/drawing/2014/main" id="{879E7ACF-6EE3-4C36-99A1-34E8A32D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307648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2026-10-09T05:16:55.2510000Z</dcterms:created>
  <dcterms:modified xsi:type="dcterms:W3CDTF">2026-10-09T05:16:55.2510000Z</dcterms:modified>
</coreProperties>
</file>