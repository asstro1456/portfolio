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22c584209c4832" /><Relationship Type="http://schemas.openxmlformats.org/officeDocument/2006/relationships/extended-properties" Target="/docProps/app.xml" Id="R168d3ff7bc6f49b4" /><Relationship Type="http://schemas.openxmlformats.org/officeDocument/2006/relationships/officeDocument" Target="/ppt/presentation.xml" Id="R72fae459780e4e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ccd122d6834d04"/>
  </p:sldMasterIdLst>
  <p:notesMasterIdLst>
    <p:notesMasterId xmlns:r="http://schemas.openxmlformats.org/officeDocument/2006/relationships" r:id="R6ed6fcbe30364355"/>
  </p:notesMasterIdLst>
  <p:sldIdLst>
    <p:sldId xmlns:r="http://schemas.openxmlformats.org/officeDocument/2006/relationships" id="256" r:id="Ra02f13914ed849e2"/>
    <p:sldId xmlns:r="http://schemas.openxmlformats.org/officeDocument/2006/relationships" id="257" r:id="Rdcd0fc04d4924911"/>
    <p:sldId xmlns:r="http://schemas.openxmlformats.org/officeDocument/2006/relationships" id="258" r:id="R376b78aa89f8479f"/>
    <p:sldId xmlns:r="http://schemas.openxmlformats.org/officeDocument/2006/relationships" id="259" r:id="R67ddb45069ce4e95"/>
    <p:sldId xmlns:r="http://schemas.openxmlformats.org/officeDocument/2006/relationships" id="260" r:id="R0e7b71e8998c49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6fcf958bf048cc" /><Relationship Type="http://schemas.openxmlformats.org/officeDocument/2006/relationships/slideMaster" Target="/ppt/slideMasters/slideMaster1.xml" Id="Rfeccd122d6834d04" /><Relationship Type="http://schemas.openxmlformats.org/officeDocument/2006/relationships/notesMaster" Target="/ppt/notesMasters/notesMaster1.xml" Id="R6ed6fcbe30364355" /><Relationship Type="http://schemas.openxmlformats.org/officeDocument/2006/relationships/presProps" Target="/ppt/presProps.xml" Id="R88bec6fd9f2c4d91" /><Relationship Type="http://schemas.openxmlformats.org/officeDocument/2006/relationships/tableStyles" Target="/ppt/tableStyles.xml" Id="R4d247a05e47b43a8" /><Relationship Type="http://schemas.openxmlformats.org/officeDocument/2006/relationships/slide" Target="/ppt/slides/slide1.xml" Id="Ra02f13914ed849e2" /><Relationship Type="http://schemas.openxmlformats.org/officeDocument/2006/relationships/slide" Target="/ppt/slides/slide2.xml" Id="Rdcd0fc04d4924911" /><Relationship Type="http://schemas.openxmlformats.org/officeDocument/2006/relationships/slide" Target="/ppt/slides/slide3.xml" Id="R376b78aa89f8479f" /><Relationship Type="http://schemas.openxmlformats.org/officeDocument/2006/relationships/slide" Target="/ppt/slides/slide4.xml" Id="R67ddb45069ce4e95" /><Relationship Type="http://schemas.openxmlformats.org/officeDocument/2006/relationships/slide" Target="/ppt/slides/slide5.xml" Id="R0e7b71e8998c49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450e0b917b44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c79ab117b44d63" /><Relationship Type="http://schemas.openxmlformats.org/officeDocument/2006/relationships/notesMaster" Target="/ppt/notesMasters/notesMaster1.xml" Id="R4cb43933f3ea40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59900c014c4207" /><Relationship Type="http://schemas.openxmlformats.org/officeDocument/2006/relationships/notesMaster" Target="/ppt/notesMasters/notesMaster1.xml" Id="Rf627736ad41543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e20189d1484a43" /><Relationship Type="http://schemas.openxmlformats.org/officeDocument/2006/relationships/notesMaster" Target="/ppt/notesMasters/notesMaster1.xml" Id="Rc0ff67e2f66141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1a9d91dfeb4c4a" /><Relationship Type="http://schemas.openxmlformats.org/officeDocument/2006/relationships/notesMaster" Target="/ppt/notesMasters/notesMaster1.xml" Id="R0fc525c09dde4d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065fcd0d7e42c2" /><Relationship Type="http://schemas.openxmlformats.org/officeDocument/2006/relationships/notesMaster" Target="/ppt/notesMasters/notesMaster1.xml" Id="R1f005e45a10143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dafb0ac38a43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f603d3c28f47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200497172b4a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7aa7484b174e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94df4e2e5d43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6eef8138774f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57B21D-B49C-4117-9907-41E6727C7F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634C58-627C-4600-A517-D143903866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4E37811-A539-498D-90D2-748445FFCD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E38298-4EE7-48CB-8711-0AE9680D3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DEBDDDD-F1A9-4271-92B2-A194344948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F27A63-E42B-4714-85EE-6A9EF64A2B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A4F9FA-4690-47EE-8FE7-720A1CD1D1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AF53A7-83C0-4424-9C2A-847623B787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D4EE5B-0AAA-4C7C-B00E-095B6D61F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791AAF-C249-455A-A777-FC7B0839DA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273abe41fc48e8" /><Relationship Type="http://schemas.openxmlformats.org/officeDocument/2006/relationships/slideLayout" Target="/ppt/slideLayouts/slideLayout1.xml" Id="Rf63175a34ef644fa" /><Relationship Type="http://schemas.openxmlformats.org/officeDocument/2006/relationships/slideLayout" Target="/ppt/slideLayouts/slideLayout2.xml" Id="Rfa0aa4d4933d4928" /><Relationship Type="http://schemas.openxmlformats.org/officeDocument/2006/relationships/slideLayout" Target="/ppt/slideLayouts/slideLayout3.xml" Id="R8a51329152804102" /><Relationship Type="http://schemas.openxmlformats.org/officeDocument/2006/relationships/slideLayout" Target="/ppt/slideLayouts/slideLayout4.xml" Id="Rd36809e5b296461f" /><Relationship Type="http://schemas.openxmlformats.org/officeDocument/2006/relationships/slideLayout" Target="/ppt/slideLayouts/slideLayout5.xml" Id="Ra0b7295678a841a5" /><Relationship Type="http://schemas.openxmlformats.org/officeDocument/2006/relationships/slideLayout" Target="/ppt/slideLayouts/slideLayout6.xml" Id="Rbe4671453aaa43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3175a34ef644fa"/>
    <p:sldLayoutId xmlns:r="http://schemas.openxmlformats.org/officeDocument/2006/relationships" id="2147483650" r:id="Rfa0aa4d4933d4928"/>
    <p:sldLayoutId xmlns:r="http://schemas.openxmlformats.org/officeDocument/2006/relationships" id="2147483651" r:id="R8a51329152804102"/>
    <p:sldLayoutId xmlns:r="http://schemas.openxmlformats.org/officeDocument/2006/relationships" id="2147483652" r:id="Rd36809e5b296461f"/>
    <p:sldLayoutId xmlns:r="http://schemas.openxmlformats.org/officeDocument/2006/relationships" id="2147483653" r:id="Ra0b7295678a841a5"/>
    <p:sldLayoutId xmlns:r="http://schemas.openxmlformats.org/officeDocument/2006/relationships" id="2147483654" r:id="Rbe4671453aaa43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4cd6cde5cc455b" /><Relationship Type="http://schemas.openxmlformats.org/officeDocument/2006/relationships/notesSlide" Target="/ppt/notesSlides/notesSlide1.xml" Id="R17cf4bad60cb42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6723fcee134489" /><Relationship Type="http://schemas.openxmlformats.org/officeDocument/2006/relationships/image" Target="/ppt/media/image.jpeg" Id="Reac65a9395f544f9" /><Relationship Type="http://schemas.openxmlformats.org/officeDocument/2006/relationships/notesSlide" Target="/ppt/notesSlides/notesSlide2.xml" Id="R5420708bf1c94a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3290e4188a4307" /><Relationship Type="http://schemas.openxmlformats.org/officeDocument/2006/relationships/notesSlide" Target="/ppt/notesSlides/notesSlide3.xml" Id="R744e9152dc954f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12347076e84516" /><Relationship Type="http://schemas.openxmlformats.org/officeDocument/2006/relationships/notesSlide" Target="/ppt/notesSlides/notesSlide4.xml" Id="R434cf404a7aa48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a68ab6ad0f43ba" /><Relationship Type="http://schemas.openxmlformats.org/officeDocument/2006/relationships/notesSlide" Target="/ppt/notesSlides/notesSlide5.xml" Id="Rdadb6680796348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1 Title module | title">
            <a:extLst xmlns:a="http://schemas.openxmlformats.org/drawingml/2006/main">
              <a:ext uri="{FF2B5EF4-FFF2-40B4-BE49-F238E27FC236}">
                <a16:creationId xmlns:a16="http://schemas.microsoft.com/office/drawing/2014/main" id="{77E3A800-0167-446D-AFF8-C2343E60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43125"/>
            <a:ext cx="962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390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반쵸 더 셰프</a:t>
            </a:r>
          </a:p>
        </p:txBody>
      </p:sp>
      <p:sp>
        <p:nvSpPr>
          <p:cNvPr id="2" name="01 Title module | subtitle">
            <a:extLst xmlns:a="http://schemas.openxmlformats.org/drawingml/2006/main">
              <a:ext uri="{FF2B5EF4-FFF2-40B4-BE49-F238E27FC236}">
                <a16:creationId xmlns:a16="http://schemas.microsoft.com/office/drawing/2014/main" id="{745A7A72-C586-46AB-B3D3-EDF76245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03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요리 경험을 조작 설계로 연결했습니다</a:t>
            </a:r>
          </a:p>
        </p:txBody>
      </p:sp>
      <p:sp>
        <p:nvSpPr>
          <p:cNvPr id="3" name="01 Palette swatch #EEE9DF">
            <a:extLst xmlns:a="http://schemas.openxmlformats.org/drawingml/2006/main">
              <a:ext uri="{FF2B5EF4-FFF2-40B4-BE49-F238E27FC236}">
                <a16:creationId xmlns:a16="http://schemas.microsoft.com/office/drawing/2014/main" id="{CDD5A4B1-A945-43AB-B48D-11CEFBB4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5715">
            <a:solidFill>
              <a:srgbClr val="D8D3CA"/>
            </a:solidFill>
            <a:prstDash val="solid"/>
          </a:ln>
        </p:spPr>
      </p:sp>
      <p:sp>
        <p:nvSpPr>
          <p:cNvPr id="4" name="01 Palette label #EEE9DF">
            <a:extLst xmlns:a="http://schemas.openxmlformats.org/drawingml/2006/main">
              <a:ext uri="{FF2B5EF4-FFF2-40B4-BE49-F238E27FC236}">
                <a16:creationId xmlns:a16="http://schemas.microsoft.com/office/drawing/2014/main" id="{05DFEA11-4FEF-4742-A265-3AD9E635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957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#EEE9DF</a:t>
            </a:r>
          </a:p>
        </p:txBody>
      </p:sp>
      <p:sp>
        <p:nvSpPr>
          <p:cNvPr id="5" name="01 Palette swatch #F2F1ED">
            <a:extLst xmlns:a="http://schemas.openxmlformats.org/drawingml/2006/main">
              <a:ext uri="{FF2B5EF4-FFF2-40B4-BE49-F238E27FC236}">
                <a16:creationId xmlns:a16="http://schemas.microsoft.com/office/drawing/2014/main" id="{0687B880-4BDB-426E-9E69-89010AF5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005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5715">
            <a:solidFill>
              <a:srgbClr val="D8D3CA"/>
            </a:solidFill>
            <a:prstDash val="solid"/>
          </a:ln>
        </p:spPr>
      </p:sp>
      <p:sp>
        <p:nvSpPr>
          <p:cNvPr id="6" name="01 Palette label #F2F1ED">
            <a:extLst xmlns:a="http://schemas.openxmlformats.org/drawingml/2006/main">
              <a:ext uri="{FF2B5EF4-FFF2-40B4-BE49-F238E27FC236}">
                <a16:creationId xmlns:a16="http://schemas.microsoft.com/office/drawing/2014/main" id="{76B79FC3-A152-491C-8A44-81F0E263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2957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#F2F1ED</a:t>
            </a:r>
          </a:p>
        </p:txBody>
      </p:sp>
      <p:sp>
        <p:nvSpPr>
          <p:cNvPr id="7" name="01 Palette swatch #493C34">
            <a:extLst xmlns:a="http://schemas.openxmlformats.org/drawingml/2006/main">
              <a:ext uri="{FF2B5EF4-FFF2-40B4-BE49-F238E27FC236}">
                <a16:creationId xmlns:a16="http://schemas.microsoft.com/office/drawing/2014/main" id="{088EFE62-AE3E-480C-B9A7-20D9BCA6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5715">
            <a:solidFill>
              <a:srgbClr val="D8D3CA"/>
            </a:solidFill>
            <a:prstDash val="solid"/>
          </a:ln>
        </p:spPr>
      </p:sp>
      <p:sp>
        <p:nvSpPr>
          <p:cNvPr id="8" name="01 Palette label #493C34">
            <a:extLst xmlns:a="http://schemas.openxmlformats.org/drawingml/2006/main">
              <a:ext uri="{FF2B5EF4-FFF2-40B4-BE49-F238E27FC236}">
                <a16:creationId xmlns:a16="http://schemas.microsoft.com/office/drawing/2014/main" id="{1E2AE88A-0D8F-43AD-8955-B6AAB1D8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957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#493C34</a:t>
            </a:r>
          </a:p>
        </p:txBody>
      </p:sp>
      <p:sp>
        <p:nvSpPr>
          <p:cNvPr id="9" name="01 Palette swatch #292826">
            <a:extLst xmlns:a="http://schemas.openxmlformats.org/drawingml/2006/main">
              <a:ext uri="{FF2B5EF4-FFF2-40B4-BE49-F238E27FC236}">
                <a16:creationId xmlns:a16="http://schemas.microsoft.com/office/drawing/2014/main" id="{59786B00-18E9-4B41-98B4-DF3D26FD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005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826"/>
          </a:solidFill>
          <a:ln xmlns:a="http://schemas.openxmlformats.org/drawingml/2006/main" w="5715">
            <a:solidFill>
              <a:srgbClr val="D8D3CA"/>
            </a:solidFill>
            <a:prstDash val="solid"/>
          </a:ln>
        </p:spPr>
      </p:sp>
      <p:sp>
        <p:nvSpPr>
          <p:cNvPr id="10" name="01 Palette label #292826">
            <a:extLst xmlns:a="http://schemas.openxmlformats.org/drawingml/2006/main">
              <a:ext uri="{FF2B5EF4-FFF2-40B4-BE49-F238E27FC236}">
                <a16:creationId xmlns:a16="http://schemas.microsoft.com/office/drawing/2014/main" id="{C1F1E705-7577-4205-AEA9-9F6F6863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957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#292826</a:t>
            </a:r>
          </a:p>
        </p:txBody>
      </p:sp>
      <p:sp>
        <p:nvSpPr>
          <p:cNvPr id="11" name="01 Palette swatch #D39A3F">
            <a:extLst xmlns:a="http://schemas.openxmlformats.org/drawingml/2006/main">
              <a:ext uri="{FF2B5EF4-FFF2-40B4-BE49-F238E27FC236}">
                <a16:creationId xmlns:a16="http://schemas.microsoft.com/office/drawing/2014/main" id="{954E6BDB-69F7-46AB-9511-550913DF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005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5715">
            <a:solidFill>
              <a:srgbClr val="D8D3CA"/>
            </a:solidFill>
            <a:prstDash val="solid"/>
          </a:ln>
        </p:spPr>
      </p:sp>
      <p:sp>
        <p:nvSpPr>
          <p:cNvPr id="12" name="01 Palette label #D39A3F">
            <a:extLst xmlns:a="http://schemas.openxmlformats.org/drawingml/2006/main">
              <a:ext uri="{FF2B5EF4-FFF2-40B4-BE49-F238E27FC236}">
                <a16:creationId xmlns:a16="http://schemas.microsoft.com/office/drawing/2014/main" id="{F572100F-751B-4706-8FAB-69B36C3C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957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#D39A3F</a:t>
            </a:r>
          </a:p>
        </p:txBody>
      </p:sp>
      <p:sp>
        <p:nvSpPr>
          <p:cNvPr id="13" name="01 Instructions">
            <a:extLst xmlns:a="http://schemas.openxmlformats.org/drawingml/2006/main">
              <a:ext uri="{FF2B5EF4-FFF2-40B4-BE49-F238E27FC236}">
                <a16:creationId xmlns:a16="http://schemas.microsoft.com/office/drawing/2014/main" id="{EEFB6A76-1C25-4138-ADCD-B0EC251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95875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사용: 프로젝트명과 한 줄 설명을 바꿔 표지나 섹션 시작에 배치하세요.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색상 견본과 이 안내는 컴포넌트 바깥의 참고 요소입니다.</a:t>
            </a:r>
          </a:p>
        </p:txBody>
      </p:sp>
    </p:spTree>
    <p:extLst>
      <p:ext uri="{BB962C8B-B14F-4D97-AF65-F5344CB8AC3E}">
        <p14:creationId xmlns:p14="http://schemas.microsoft.com/office/powerpoint/2010/main" val="13129432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61C3F-0648-41B3-AC12-BE5BD1A785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65a9395f544f9"/>
          <a:srcRect xmlns:a="http://schemas.openxmlformats.org/drawingml/2006/main" l="0" t="22152" r="0" b="22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33625" y="1162050"/>
            <a:ext cx="7524750" cy="4191000"/>
          </a:xfrm>
          <a:prstGeom xmlns:a="http://schemas.openxmlformats.org/drawingml/2006/main" prst="rect">
            <a:avLst/>
          </a:prstGeom>
        </p:spPr>
      </p:pic>
      <p:sp>
        <p:nvSpPr>
          <p:cNvPr id="2" name="02 Photo caption">
            <a:extLst xmlns:a="http://schemas.openxmlformats.org/drawingml/2006/main">
              <a:ext uri="{FF2B5EF4-FFF2-40B4-BE49-F238E27FC236}">
                <a16:creationId xmlns:a16="http://schemas.microsoft.com/office/drawing/2014/main" id="{F40B869F-BCE4-414B-B336-4DD5E2B0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5626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직접 만든 후쿠오카 부타동</a:t>
            </a:r>
          </a:p>
        </p:txBody>
      </p:sp>
    </p:spTree>
    <p:extLst>
      <p:ext uri="{BB962C8B-B14F-4D97-AF65-F5344CB8AC3E}">
        <p14:creationId xmlns:p14="http://schemas.microsoft.com/office/powerpoint/2010/main" val="20062459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3 Input and result | label">
            <a:extLst xmlns:a="http://schemas.openxmlformats.org/drawingml/2006/main">
              <a:ext uri="{FF2B5EF4-FFF2-40B4-BE49-F238E27FC236}">
                <a16:creationId xmlns:a16="http://schemas.microsoft.com/office/drawing/2014/main" id="{77906401-B223-44AF-9916-FD99E5F5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668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한 번의 절단</a:t>
            </a:r>
          </a:p>
        </p:txBody>
      </p:sp>
      <p:sp>
        <p:nvSpPr>
          <p:cNvPr id="2" name="03 Input and result | input">
            <a:extLst xmlns:a="http://schemas.openxmlformats.org/drawingml/2006/main">
              <a:ext uri="{FF2B5EF4-FFF2-40B4-BE49-F238E27FC236}">
                <a16:creationId xmlns:a16="http://schemas.microsoft.com/office/drawing/2014/main" id="{588DEC95-8394-488C-8758-44233874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왼쪽 버튼을 누른 채 위아래로 왕복 1회</a:t>
            </a:r>
          </a:p>
        </p:txBody>
      </p:sp>
      <p:sp>
        <p:nvSpPr>
          <p:cNvPr id="3" name="03 Input and result | allowance">
            <a:extLst xmlns:a="http://schemas.openxmlformats.org/drawingml/2006/main">
              <a:ext uri="{FF2B5EF4-FFF2-40B4-BE49-F238E27FC236}">
                <a16:creationId xmlns:a16="http://schemas.microsoft.com/office/drawing/2014/main" id="{F677E315-B0F1-4DE9-BF83-C1073683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5275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 자른 뒤 버튼을 놓아도 됩니다.</a:t>
            </a:r>
          </a:p>
        </p:txBody>
      </p:sp>
      <p:sp>
        <p:nvSpPr>
          <p:cNvPr id="4" name="03 Input and result | accent">
            <a:extLst xmlns:a="http://schemas.openxmlformats.org/drawingml/2006/main">
              <a:ext uri="{FF2B5EF4-FFF2-40B4-BE49-F238E27FC236}">
                <a16:creationId xmlns:a16="http://schemas.microsoft.com/office/drawing/2014/main" id="{17D4A998-5E52-4BE3-8D64-86F5089B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62375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03 Input and result | result">
            <a:extLst xmlns:a="http://schemas.openxmlformats.org/drawingml/2006/main">
              <a:ext uri="{FF2B5EF4-FFF2-40B4-BE49-F238E27FC236}">
                <a16:creationId xmlns:a16="http://schemas.microsoft.com/office/drawing/2014/main" id="{3A41BE33-D500-4D83-A337-AF9E9021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100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세로 절단 3회로 고기 4조각 완성</a:t>
            </a:r>
          </a:p>
        </p:txBody>
      </p:sp>
    </p:spTree>
    <p:extLst>
      <p:ext uri="{BB962C8B-B14F-4D97-AF65-F5344CB8AC3E}">
        <p14:creationId xmlns:p14="http://schemas.microsoft.com/office/powerpoint/2010/main" val="13592173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7EB93-439B-4E6A-9525-4A9B204268C3}"/>
              </a:ext>
            </a:extLst>
          </p:cNvPr>
          <p:cNvGraphicFramePr/>
          <p:nvPr/>
        </p:nvGraphicFramePr>
        <p:xfrm>
          <a:off xmlns:a="http://schemas.openxmlformats.org/drawingml/2006/main" x="1066800" y="1219200"/>
          <a:ext xmlns:a="http://schemas.openxmlformats.org/drawingml/2006/main" cx="100584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305300"/>
                <a:gridCol w="5753100"/>
              </a:tblGrid>
              <a:tr h="5334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93C3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EE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93C3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판정</a:t>
                      </a:r>
                    </a:p>
                  </a:txBody>
                  <a:tcPr marL="91440" marR="91440" marT="45720" marB="45720">
                    <a:solidFill>
                      <a:srgbClr val="EEE9DF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세로 왕복 1회</a:t>
                      </a:r>
                    </a:p>
                  </a:txBody>
                  <a:tcPr marL="91440" marR="91440" marT="45720" marB="45720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절단 1회</a:t>
                      </a:r>
                    </a:p>
                  </a:txBody>
                  <a:tcPr marL="91440" marR="91440" marT="45720" marB="45720">
                    <a:solidFill>
                      <a:srgbClr val="F2F1ED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짧은 움직임</a:t>
                      </a:r>
                    </a:p>
                  </a:txBody>
                  <a:tcPr marL="91440" marR="91440" marT="45720" marB="45720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무시</a:t>
                      </a:r>
                    </a:p>
                  </a:txBody>
                  <a:tcPr marL="91440" marR="91440" marT="45720" marB="45720">
                    <a:solidFill>
                      <a:srgbClr val="F2F1ED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잘못된 방향</a:t>
                      </a:r>
                    </a:p>
                  </a:txBody>
                  <a:tcPr marL="91440" marR="91440" marT="45720" marB="45720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절단 미인정</a:t>
                      </a:r>
                    </a:p>
                  </a:txBody>
                  <a:tcPr marL="91440" marR="91440" marT="45720" marB="45720">
                    <a:solidFill>
                      <a:srgbClr val="F2F1ED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10점 차감</a:t>
                      </a:r>
                    </a:p>
                  </a:txBody>
                  <a:tcPr marL="91440" marR="91440" marT="45720" marB="45720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2F1ED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0점</a:t>
                      </a:r>
                    </a:p>
                  </a:txBody>
                  <a:tcPr marL="91440" marR="91440" marT="45720" marB="45720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새 고기로 재시작</a:t>
                      </a:r>
                    </a:p>
                  </a:txBody>
                  <a:tcPr marL="91440" marR="91440" marT="45720" marB="45720">
                    <a:solidFill>
                      <a:srgbClr val="F2F1ED"/>
                    </a:solidFill>
                  </a:tcPr>
                </a:tc>
              </a:tr>
            </a:tbl>
          </a:graphicData>
        </a:graphic>
      </p:graphicFrame>
      <p:sp>
        <p:nvSpPr>
          <p:cNvPr id="2" name="04 Table caption">
            <a:extLst xmlns:a="http://schemas.openxmlformats.org/drawingml/2006/main">
              <a:ext uri="{FF2B5EF4-FFF2-40B4-BE49-F238E27FC236}">
                <a16:creationId xmlns:a16="http://schemas.microsoft.com/office/drawing/2014/main" id="{82960C84-DF4E-43C2-8521-936B4FDB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1005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시작 점수 30점. 수치는 개인 설계의 임시값입니다.</a:t>
            </a:r>
          </a:p>
        </p:txBody>
      </p:sp>
    </p:spTree>
    <p:extLst>
      <p:ext uri="{BB962C8B-B14F-4D97-AF65-F5344CB8AC3E}">
        <p14:creationId xmlns:p14="http://schemas.microsoft.com/office/powerpoint/2010/main" val="19819437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5 Before | heading">
            <a:extLst xmlns:a="http://schemas.openxmlformats.org/drawingml/2006/main">
              <a:ext uri="{FF2B5EF4-FFF2-40B4-BE49-F238E27FC236}">
                <a16:creationId xmlns:a16="http://schemas.microsoft.com/office/drawing/2014/main" id="{6F8DFEE9-7A97-450A-99E1-126F2519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573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불편했던 점</a:t>
            </a:r>
          </a:p>
        </p:txBody>
      </p:sp>
      <p:sp>
        <p:nvSpPr>
          <p:cNvPr id="2" name="05 Before | copy">
            <a:extLst xmlns:a="http://schemas.openxmlformats.org/drawingml/2006/main">
              <a:ext uri="{FF2B5EF4-FFF2-40B4-BE49-F238E27FC236}">
                <a16:creationId xmlns:a16="http://schemas.microsoft.com/office/drawing/2014/main" id="{196B59B3-EEA2-4F6E-876E-55724A23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81225"/>
            <a:ext cx="4171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마우스 버튼을 오래 누르는 것이 불편했습니다.</a:t>
            </a:r>
          </a:p>
        </p:txBody>
      </p:sp>
      <p:sp>
        <p:nvSpPr>
          <p:cNvPr id="3" name="05 Comparison divider">
            <a:extLst xmlns:a="http://schemas.openxmlformats.org/drawingml/2006/main">
              <a:ext uri="{FF2B5EF4-FFF2-40B4-BE49-F238E27FC236}">
                <a16:creationId xmlns:a16="http://schemas.microsoft.com/office/drawing/2014/main" id="{B19E07C6-4CA1-49CD-8C8E-679B5CB0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14288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5 After | heading">
            <a:extLst xmlns:a="http://schemas.openxmlformats.org/drawingml/2006/main">
              <a:ext uri="{FF2B5EF4-FFF2-40B4-BE49-F238E27FC236}">
                <a16:creationId xmlns:a16="http://schemas.microsoft.com/office/drawing/2014/main" id="{19241AF8-0BB4-4468-BE22-DE809871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573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수정한 점</a:t>
            </a:r>
          </a:p>
        </p:txBody>
      </p:sp>
      <p:sp>
        <p:nvSpPr>
          <p:cNvPr id="5" name="05 After | copy">
            <a:extLst xmlns:a="http://schemas.openxmlformats.org/drawingml/2006/main">
              <a:ext uri="{FF2B5EF4-FFF2-40B4-BE49-F238E27FC236}">
                <a16:creationId xmlns:a16="http://schemas.microsoft.com/office/drawing/2014/main" id="{88265551-702F-48B9-B29C-9A5CA6CC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171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번의 절단마다 버튼을 놓을 수 있게 했습니다.</a:t>
            </a:r>
          </a:p>
        </p:txBody>
      </p:sp>
      <p:sp>
        <p:nvSpPr>
          <p:cNvPr id="6" name="05 Caveat">
            <a:extLst xmlns:a="http://schemas.openxmlformats.org/drawingml/2006/main">
              <a:ext uri="{FF2B5EF4-FFF2-40B4-BE49-F238E27FC236}">
                <a16:creationId xmlns:a16="http://schemas.microsoft.com/office/drawing/2014/main" id="{84369733-6E9D-41AA-8F2E-E28DB602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948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반복 주문에서의 피로감은 추가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0438605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2026-10-09T05:02:16.4720000Z</dcterms:created>
  <dcterms:modified xsi:type="dcterms:W3CDTF">2026-10-09T05:02:16.4720000Z</dcterms:modified>
</coreProperties>
</file>