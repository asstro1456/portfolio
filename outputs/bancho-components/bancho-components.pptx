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033546ed22423a" /><Relationship Type="http://schemas.openxmlformats.org/officeDocument/2006/relationships/extended-properties" Target="/docProps/app.xml" Id="Re7c35ca958474e0a" /><Relationship Type="http://schemas.openxmlformats.org/officeDocument/2006/relationships/officeDocument" Target="/ppt/presentation.xml" Id="R09d53632228d45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d560f3c5004f93"/>
  </p:sldMasterIdLst>
  <p:notesMasterIdLst>
    <p:notesMasterId xmlns:r="http://schemas.openxmlformats.org/officeDocument/2006/relationships" r:id="Rc8e5a448a8b94303"/>
  </p:notesMasterIdLst>
  <p:sldIdLst>
    <p:sldId xmlns:r="http://schemas.openxmlformats.org/officeDocument/2006/relationships" id="256" r:id="Re8431c048ef14e88"/>
    <p:sldId xmlns:r="http://schemas.openxmlformats.org/officeDocument/2006/relationships" id="257" r:id="R1f5899140c604d27"/>
    <p:sldId xmlns:r="http://schemas.openxmlformats.org/officeDocument/2006/relationships" id="258" r:id="R65e81222a1264ab4"/>
    <p:sldId xmlns:r="http://schemas.openxmlformats.org/officeDocument/2006/relationships" id="259" r:id="R906aab674c894675"/>
    <p:sldId xmlns:r="http://schemas.openxmlformats.org/officeDocument/2006/relationships" id="260" r:id="R0646ebb2e04a41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32601f09154367" /><Relationship Type="http://schemas.openxmlformats.org/officeDocument/2006/relationships/slideMaster" Target="/ppt/slideMasters/slideMaster1.xml" Id="R9fd560f3c5004f93" /><Relationship Type="http://schemas.openxmlformats.org/officeDocument/2006/relationships/notesMaster" Target="/ppt/notesMasters/notesMaster1.xml" Id="Rc8e5a448a8b94303" /><Relationship Type="http://schemas.openxmlformats.org/officeDocument/2006/relationships/presProps" Target="/ppt/presProps.xml" Id="R6e2aea5ac12b4464" /><Relationship Type="http://schemas.openxmlformats.org/officeDocument/2006/relationships/tableStyles" Target="/ppt/tableStyles.xml" Id="R7b0996547ff74fdb" /><Relationship Type="http://schemas.openxmlformats.org/officeDocument/2006/relationships/slide" Target="/ppt/slides/slide1.xml" Id="Re8431c048ef14e88" /><Relationship Type="http://schemas.openxmlformats.org/officeDocument/2006/relationships/slide" Target="/ppt/slides/slide2.xml" Id="R1f5899140c604d27" /><Relationship Type="http://schemas.openxmlformats.org/officeDocument/2006/relationships/slide" Target="/ppt/slides/slide3.xml" Id="R65e81222a1264ab4" /><Relationship Type="http://schemas.openxmlformats.org/officeDocument/2006/relationships/slide" Target="/ppt/slides/slide4.xml" Id="R906aab674c894675" /><Relationship Type="http://schemas.openxmlformats.org/officeDocument/2006/relationships/slide" Target="/ppt/slides/slide5.xml" Id="R0646ebb2e04a41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a208043b0649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90847ad52a4f42" /><Relationship Type="http://schemas.openxmlformats.org/officeDocument/2006/relationships/notesMaster" Target="/ppt/notesMasters/notesMaster1.xml" Id="Re314bcff1408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b3600d3df14f19" /><Relationship Type="http://schemas.openxmlformats.org/officeDocument/2006/relationships/notesMaster" Target="/ppt/notesMasters/notesMaster1.xml" Id="Rc5c2046c6361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96285e3bd94c91" /><Relationship Type="http://schemas.openxmlformats.org/officeDocument/2006/relationships/notesMaster" Target="/ppt/notesMasters/notesMaster1.xml" Id="Rca756d2222fe45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92f0b339c84ceb" /><Relationship Type="http://schemas.openxmlformats.org/officeDocument/2006/relationships/notesMaster" Target="/ppt/notesMasters/notesMaster1.xml" Id="R310d5227456545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9132ce84ec4a7d" /><Relationship Type="http://schemas.openxmlformats.org/officeDocument/2006/relationships/notesMaster" Target="/ppt/notesMasters/notesMaster1.xml" Id="R999729acef96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ba95285a743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ccaa4b43f4d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f69f70d3242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1d8b39b974d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15d9d0d3347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b2c9704b94f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0434C5-85FF-4DE4-99FC-9C0DC04DD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2C810E-5ACF-477A-B121-4B507F4488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D483DE-3FC6-4B33-8BF9-59E793D235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532AD9-3D48-4F68-95B1-39B68F876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D2A1D8-F441-4828-AF30-D6907923A5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1B25C9-2927-4377-B596-244B41D19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77B42A-1E60-4522-AD1A-8BD310A9F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605D5A-B168-4194-B6E4-3376B18F43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258F37-5CA9-4FF9-98A2-DA0138B515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0A7638-35BE-430D-B9DE-E9F877B2F9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a070bd0f764dc3" /><Relationship Type="http://schemas.openxmlformats.org/officeDocument/2006/relationships/slideLayout" Target="/ppt/slideLayouts/slideLayout1.xml" Id="Rd887d0e6c67f4a71" /><Relationship Type="http://schemas.openxmlformats.org/officeDocument/2006/relationships/slideLayout" Target="/ppt/slideLayouts/slideLayout2.xml" Id="R18f561c6e8224798" /><Relationship Type="http://schemas.openxmlformats.org/officeDocument/2006/relationships/slideLayout" Target="/ppt/slideLayouts/slideLayout3.xml" Id="R49462ad741db4601" /><Relationship Type="http://schemas.openxmlformats.org/officeDocument/2006/relationships/slideLayout" Target="/ppt/slideLayouts/slideLayout4.xml" Id="Ra9591a58df9e4e73" /><Relationship Type="http://schemas.openxmlformats.org/officeDocument/2006/relationships/slideLayout" Target="/ppt/slideLayouts/slideLayout5.xml" Id="R6fe1182951e844fe" /><Relationship Type="http://schemas.openxmlformats.org/officeDocument/2006/relationships/slideLayout" Target="/ppt/slideLayouts/slideLayout6.xml" Id="Rbbd9ff2c9f5544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7d0e6c67f4a71"/>
    <p:sldLayoutId xmlns:r="http://schemas.openxmlformats.org/officeDocument/2006/relationships" id="2147483650" r:id="R18f561c6e8224798"/>
    <p:sldLayoutId xmlns:r="http://schemas.openxmlformats.org/officeDocument/2006/relationships" id="2147483651" r:id="R49462ad741db4601"/>
    <p:sldLayoutId xmlns:r="http://schemas.openxmlformats.org/officeDocument/2006/relationships" id="2147483652" r:id="Ra9591a58df9e4e73"/>
    <p:sldLayoutId xmlns:r="http://schemas.openxmlformats.org/officeDocument/2006/relationships" id="2147483653" r:id="R6fe1182951e844fe"/>
    <p:sldLayoutId xmlns:r="http://schemas.openxmlformats.org/officeDocument/2006/relationships" id="2147483654" r:id="Rbbd9ff2c9f5544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780de7ee047dc" /><Relationship Type="http://schemas.openxmlformats.org/officeDocument/2006/relationships/notesSlide" Target="/ppt/notesSlides/notesSlide1.xml" Id="Ree8305a47d6d44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f1b9283f3c4dda" /><Relationship Type="http://schemas.openxmlformats.org/officeDocument/2006/relationships/image" Target="/ppt/media/image.jpeg" Id="R227ef5b4ee6d41ee" /><Relationship Type="http://schemas.openxmlformats.org/officeDocument/2006/relationships/notesSlide" Target="/ppt/notesSlides/notesSlide2.xml" Id="Re05fcb02c9b042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d22333d06494f" /><Relationship Type="http://schemas.openxmlformats.org/officeDocument/2006/relationships/notesSlide" Target="/ppt/notesSlides/notesSlide3.xml" Id="R6375f5e4aa8d4b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6b546b4ff49c4" /><Relationship Type="http://schemas.openxmlformats.org/officeDocument/2006/relationships/notesSlide" Target="/ppt/notesSlides/notesSlide4.xml" Id="R71fe5188ef6b40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b3bb19d724638" /><Relationship Type="http://schemas.openxmlformats.org/officeDocument/2006/relationships/notesSlide" Target="/ppt/notesSlides/notesSlide5.xml" Id="Rfdcba167dc484c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 Title module | title">
            <a:extLst xmlns:a="http://schemas.openxmlformats.org/drawingml/2006/main">
              <a:ext uri="{FF2B5EF4-FFF2-40B4-BE49-F238E27FC236}">
                <a16:creationId xmlns:a16="http://schemas.microsoft.com/office/drawing/2014/main" id="{D404B5AE-60F7-4EE5-BE65-B6A0B094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반쵸 더 셰프</a:t>
            </a:r>
          </a:p>
        </p:txBody>
      </p:sp>
      <p:sp>
        <p:nvSpPr>
          <p:cNvPr id="2" name="01 Title module | subtitle">
            <a:extLst xmlns:a="http://schemas.openxmlformats.org/drawingml/2006/main">
              <a:ext uri="{FF2B5EF4-FFF2-40B4-BE49-F238E27FC236}">
                <a16:creationId xmlns:a16="http://schemas.microsoft.com/office/drawing/2014/main" id="{ACB5E1C2-9031-416A-ACEE-48614858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요리 경험을 조작 설계로 연결했습니다</a:t>
            </a:r>
          </a:p>
        </p:txBody>
      </p:sp>
      <p:sp>
        <p:nvSpPr>
          <p:cNvPr id="3" name="01 Palette swatch #EEE9DF">
            <a:extLst xmlns:a="http://schemas.openxmlformats.org/drawingml/2006/main">
              <a:ext uri="{FF2B5EF4-FFF2-40B4-BE49-F238E27FC236}">
                <a16:creationId xmlns:a16="http://schemas.microsoft.com/office/drawing/2014/main" id="{78126F76-F650-4E7B-8EF0-AFAA2859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4" name="01 Palette label #EEE9DF">
            <a:extLst xmlns:a="http://schemas.openxmlformats.org/drawingml/2006/main">
              <a:ext uri="{FF2B5EF4-FFF2-40B4-BE49-F238E27FC236}">
                <a16:creationId xmlns:a16="http://schemas.microsoft.com/office/drawing/2014/main" id="{8D7FC0E9-F77C-4109-9998-054DBDE1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#EEE9DF</a:t>
            </a:r>
          </a:p>
        </p:txBody>
      </p:sp>
      <p:sp>
        <p:nvSpPr>
          <p:cNvPr id="5" name="01 Palette swatch #F2F1ED">
            <a:extLst xmlns:a="http://schemas.openxmlformats.org/drawingml/2006/main">
              <a:ext uri="{FF2B5EF4-FFF2-40B4-BE49-F238E27FC236}">
                <a16:creationId xmlns:a16="http://schemas.microsoft.com/office/drawing/2014/main" id="{D1A0FDF5-8A07-4BC2-8A94-C22B8596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6" name="01 Palette label #F2F1ED">
            <a:extLst xmlns:a="http://schemas.openxmlformats.org/drawingml/2006/main">
              <a:ext uri="{FF2B5EF4-FFF2-40B4-BE49-F238E27FC236}">
                <a16:creationId xmlns:a16="http://schemas.microsoft.com/office/drawing/2014/main" id="{9C2CC146-98A7-47F2-B75E-B3ECB70A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#F2F1ED</a:t>
            </a:r>
          </a:p>
        </p:txBody>
      </p:sp>
      <p:sp>
        <p:nvSpPr>
          <p:cNvPr id="7" name="01 Palette swatch #493C34">
            <a:extLst xmlns:a="http://schemas.openxmlformats.org/drawingml/2006/main">
              <a:ext uri="{FF2B5EF4-FFF2-40B4-BE49-F238E27FC236}">
                <a16:creationId xmlns:a16="http://schemas.microsoft.com/office/drawing/2014/main" id="{D5DAB7A2-0B9D-4774-B784-D8634E00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8" name="01 Palette label #493C34">
            <a:extLst xmlns:a="http://schemas.openxmlformats.org/drawingml/2006/main">
              <a:ext uri="{FF2B5EF4-FFF2-40B4-BE49-F238E27FC236}">
                <a16:creationId xmlns:a16="http://schemas.microsoft.com/office/drawing/2014/main" id="{BF04A267-FEED-40A6-A70D-64D5C1A8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#493C34</a:t>
            </a:r>
          </a:p>
        </p:txBody>
      </p:sp>
      <p:sp>
        <p:nvSpPr>
          <p:cNvPr id="9" name="01 Palette swatch #292826">
            <a:extLst xmlns:a="http://schemas.openxmlformats.org/drawingml/2006/main">
              <a:ext uri="{FF2B5EF4-FFF2-40B4-BE49-F238E27FC236}">
                <a16:creationId xmlns:a16="http://schemas.microsoft.com/office/drawing/2014/main" id="{5A19CB88-2367-4551-BAA0-5A109CD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826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10" name="01 Palette label #292826">
            <a:extLst xmlns:a="http://schemas.openxmlformats.org/drawingml/2006/main">
              <a:ext uri="{FF2B5EF4-FFF2-40B4-BE49-F238E27FC236}">
                <a16:creationId xmlns:a16="http://schemas.microsoft.com/office/drawing/2014/main" id="{17E5720F-BEE3-460E-AAA9-DB694A99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#292826</a:t>
            </a:r>
          </a:p>
        </p:txBody>
      </p:sp>
      <p:sp>
        <p:nvSpPr>
          <p:cNvPr id="11" name="01 Palette swatch #D39A3F">
            <a:extLst xmlns:a="http://schemas.openxmlformats.org/drawingml/2006/main">
              <a:ext uri="{FF2B5EF4-FFF2-40B4-BE49-F238E27FC236}">
                <a16:creationId xmlns:a16="http://schemas.microsoft.com/office/drawing/2014/main" id="{BF0EEE90-0534-4CA5-91AD-087A0495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5715">
            <a:solidFill>
              <a:srgbClr val="D8D3CA"/>
            </a:solidFill>
            <a:prstDash val="solid"/>
          </a:ln>
        </p:spPr>
      </p:sp>
      <p:sp>
        <p:nvSpPr>
          <p:cNvPr id="12" name="01 Palette label #D39A3F">
            <a:extLst xmlns:a="http://schemas.openxmlformats.org/drawingml/2006/main">
              <a:ext uri="{FF2B5EF4-FFF2-40B4-BE49-F238E27FC236}">
                <a16:creationId xmlns:a16="http://schemas.microsoft.com/office/drawing/2014/main" id="{782964BC-4831-4665-9F80-FCA29EF8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957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#D39A3F</a:t>
            </a:r>
          </a:p>
        </p:txBody>
      </p:sp>
      <p:sp>
        <p:nvSpPr>
          <p:cNvPr id="13" name="01 Instructions">
            <a:extLst xmlns:a="http://schemas.openxmlformats.org/drawingml/2006/main">
              <a:ext uri="{FF2B5EF4-FFF2-40B4-BE49-F238E27FC236}">
                <a16:creationId xmlns:a16="http://schemas.microsoft.com/office/drawing/2014/main" id="{398D6E6F-58F0-479B-B876-01F19C17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사용: 프로젝트명과 한 줄 설명을 바꿔 표지나 섹션 시작에 배치하세요.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색상 견본과 이 안내는 컴포넌트 바깥의 참고 요소입니다.</a:t>
            </a:r>
          </a:p>
        </p:txBody>
      </p:sp>
    </p:spTree>
    <p:extLst>
      <p:ext uri="{BB962C8B-B14F-4D97-AF65-F5344CB8AC3E}">
        <p14:creationId xmlns:p14="http://schemas.microsoft.com/office/powerpoint/2010/main" val="995314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67F2F-630B-47B8-A2BA-3B4829EED4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ef5b4ee6d41ee"/>
          <a:srcRect xmlns:a="http://schemas.openxmlformats.org/drawingml/2006/main" l="0" t="22152" r="0" b="2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3625" y="1162050"/>
            <a:ext cx="7524750" cy="4191000"/>
          </a:xfrm>
          <a:prstGeom xmlns:a="http://schemas.openxmlformats.org/drawingml/2006/main" prst="rect">
            <a:avLst/>
          </a:prstGeom>
        </p:spPr>
      </p:pic>
      <p:sp>
        <p:nvSpPr>
          <p:cNvPr id="2" name="02 Photo caption">
            <a:extLst xmlns:a="http://schemas.openxmlformats.org/drawingml/2006/main">
              <a:ext uri="{FF2B5EF4-FFF2-40B4-BE49-F238E27FC236}">
                <a16:creationId xmlns:a16="http://schemas.microsoft.com/office/drawing/2014/main" id="{6A84D9E2-8592-4717-AB0A-53A52B30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626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</p:spTree>
    <p:extLst>
      <p:ext uri="{BB962C8B-B14F-4D97-AF65-F5344CB8AC3E}">
        <p14:creationId xmlns:p14="http://schemas.microsoft.com/office/powerpoint/2010/main" val="1731207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3 Input and result | label">
            <a:extLst xmlns:a="http://schemas.openxmlformats.org/drawingml/2006/main">
              <a:ext uri="{FF2B5EF4-FFF2-40B4-BE49-F238E27FC236}">
                <a16:creationId xmlns:a16="http://schemas.microsoft.com/office/drawing/2014/main" id="{ADD444CC-BF9D-45FE-A011-24C199B8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668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2" name="03 Input and result | input">
            <a:extLst xmlns:a="http://schemas.openxmlformats.org/drawingml/2006/main">
              <a:ext uri="{FF2B5EF4-FFF2-40B4-BE49-F238E27FC236}">
                <a16:creationId xmlns:a16="http://schemas.microsoft.com/office/drawing/2014/main" id="{8390A5FF-FCCC-4CF0-804E-3AF1A388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버튼을 누른 채 위아래로 왕복 1회</a:t>
            </a:r>
          </a:p>
        </p:txBody>
      </p:sp>
      <p:sp>
        <p:nvSpPr>
          <p:cNvPr id="3" name="03 Input and result | allowance">
            <a:extLst xmlns:a="http://schemas.openxmlformats.org/drawingml/2006/main">
              <a:ext uri="{FF2B5EF4-FFF2-40B4-BE49-F238E27FC236}">
                <a16:creationId xmlns:a16="http://schemas.microsoft.com/office/drawing/2014/main" id="{F1AEB7F3-3F21-415F-8574-0718E9C2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버튼을 놓아도 됩니다.</a:t>
            </a:r>
          </a:p>
        </p:txBody>
      </p:sp>
      <p:sp>
        <p:nvSpPr>
          <p:cNvPr id="4" name="03 Input and result | accent">
            <a:extLst xmlns:a="http://schemas.openxmlformats.org/drawingml/2006/main">
              <a:ext uri="{FF2B5EF4-FFF2-40B4-BE49-F238E27FC236}">
                <a16:creationId xmlns:a16="http://schemas.microsoft.com/office/drawing/2014/main" id="{8E01E6C8-8EDD-4C2E-BC9E-B9C5F71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3 Input and result | result">
            <a:extLst xmlns:a="http://schemas.openxmlformats.org/drawingml/2006/main">
              <a:ext uri="{FF2B5EF4-FFF2-40B4-BE49-F238E27FC236}">
                <a16:creationId xmlns:a16="http://schemas.microsoft.com/office/drawing/2014/main" id="{E23311CE-26C0-400A-8629-3254327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100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세로 절단 3회로 고기 4조각 완성</a:t>
            </a:r>
          </a:p>
        </p:txBody>
      </p:sp>
    </p:spTree>
    <p:extLst>
      <p:ext uri="{BB962C8B-B14F-4D97-AF65-F5344CB8AC3E}">
        <p14:creationId xmlns:p14="http://schemas.microsoft.com/office/powerpoint/2010/main" val="1393766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A0227-4DBC-4416-8707-474A242704D0}"/>
              </a:ext>
            </a:extLst>
          </p:cNvPr>
          <p:cNvGraphicFramePr/>
          <p:nvPr/>
        </p:nvGraphicFramePr>
        <p:xfrm>
          <a:off xmlns:a="http://schemas.openxmlformats.org/drawingml/2006/main" x="1066800" y="1219200"/>
          <a:ext xmlns:a="http://schemas.openxmlformats.org/drawingml/2006/main" cx="100584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05300"/>
                <a:gridCol w="5753100"/>
              </a:tblGrid>
              <a:tr h="5334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93C3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EE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493C3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>
                    <a:solidFill>
                      <a:srgbClr val="EEE9D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왕복 1회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1회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짧은 움직임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무시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방향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미인정, 10점 차감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0점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고기로 재시작</a:t>
                      </a:r>
                    </a:p>
                  </a:txBody>
                  <a:tcPr marL="91440" marR="91440" marT="45720" marB="45720">
                    <a:solidFill>
                      <a:srgbClr val="F2F1ED"/>
                    </a:solidFill>
                  </a:tcPr>
                </a:tc>
              </a:tr>
            </a:tbl>
          </a:graphicData>
        </a:graphic>
      </p:graphicFrame>
      <p:sp>
        <p:nvSpPr>
          <p:cNvPr id="2" name="04 Table caption">
            <a:extLst xmlns:a="http://schemas.openxmlformats.org/drawingml/2006/main">
              <a:ext uri="{FF2B5EF4-FFF2-40B4-BE49-F238E27FC236}">
                <a16:creationId xmlns:a16="http://schemas.microsoft.com/office/drawing/2014/main" id="{436B221E-2BFE-432B-8CE8-6E49A29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시작 점수 30점. 수치는 개인 설계의 임시값입니다.</a:t>
            </a:r>
          </a:p>
        </p:txBody>
      </p:sp>
    </p:spTree>
    <p:extLst>
      <p:ext uri="{BB962C8B-B14F-4D97-AF65-F5344CB8AC3E}">
        <p14:creationId xmlns:p14="http://schemas.microsoft.com/office/powerpoint/2010/main" val="6365012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5 Before | heading">
            <a:extLst xmlns:a="http://schemas.openxmlformats.org/drawingml/2006/main">
              <a:ext uri="{FF2B5EF4-FFF2-40B4-BE49-F238E27FC236}">
                <a16:creationId xmlns:a16="http://schemas.microsoft.com/office/drawing/2014/main" id="{DB8DC651-4C10-4AAC-BB6A-118E517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불편했던 점</a:t>
            </a:r>
          </a:p>
        </p:txBody>
      </p:sp>
      <p:sp>
        <p:nvSpPr>
          <p:cNvPr id="2" name="05 Before | copy">
            <a:extLst xmlns:a="http://schemas.openxmlformats.org/drawingml/2006/main">
              <a:ext uri="{FF2B5EF4-FFF2-40B4-BE49-F238E27FC236}">
                <a16:creationId xmlns:a16="http://schemas.microsoft.com/office/drawing/2014/main" id="{75684792-D95B-48E0-9FE3-1592D8D4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81225"/>
            <a:ext cx="4171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마우스 버튼을 오래 누르는 것이 불편했습니다.</a:t>
            </a:r>
          </a:p>
        </p:txBody>
      </p:sp>
      <p:sp>
        <p:nvSpPr>
          <p:cNvPr id="3" name="05 Comparison divider">
            <a:extLst xmlns:a="http://schemas.openxmlformats.org/drawingml/2006/main">
              <a:ext uri="{FF2B5EF4-FFF2-40B4-BE49-F238E27FC236}">
                <a16:creationId xmlns:a16="http://schemas.microsoft.com/office/drawing/2014/main" id="{D49B8F6E-2D46-499C-A69B-2BCA2250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4288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 After | heading">
            <a:extLst xmlns:a="http://schemas.openxmlformats.org/drawingml/2006/main">
              <a:ext uri="{FF2B5EF4-FFF2-40B4-BE49-F238E27FC236}">
                <a16:creationId xmlns:a16="http://schemas.microsoft.com/office/drawing/2014/main" id="{12F9AE59-0153-496C-969F-E3B04767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수정한 점</a:t>
            </a:r>
          </a:p>
        </p:txBody>
      </p:sp>
      <p:sp>
        <p:nvSpPr>
          <p:cNvPr id="5" name="05 After | copy">
            <a:extLst xmlns:a="http://schemas.openxmlformats.org/drawingml/2006/main">
              <a:ext uri="{FF2B5EF4-FFF2-40B4-BE49-F238E27FC236}">
                <a16:creationId xmlns:a16="http://schemas.microsoft.com/office/drawing/2014/main" id="{3C10E3FB-B098-4473-86AC-FA62CB2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171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절단마다 버튼을 놓을 수 있게 했습니다.</a:t>
            </a:r>
          </a:p>
        </p:txBody>
      </p:sp>
      <p:sp>
        <p:nvSpPr>
          <p:cNvPr id="6" name="05 Caveat">
            <a:extLst xmlns:a="http://schemas.openxmlformats.org/drawingml/2006/main">
              <a:ext uri="{FF2B5EF4-FFF2-40B4-BE49-F238E27FC236}">
                <a16:creationId xmlns:a16="http://schemas.microsoft.com/office/drawing/2014/main" id="{7D3A72C8-2ECD-47D4-BC1C-A196F01B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948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반복 주문에서의 피로감은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848540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2026-10-09T05:03:09.6410000Z</dcterms:created>
  <dcterms:modified xsi:type="dcterms:W3CDTF">2026-10-09T05:03:09.6410000Z</dcterms:modified>
</coreProperties>
</file>